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3" r:id="rId1"/>
    <p:sldMasterId id="2147483660" r:id="rId2"/>
    <p:sldMasterId id="2147483686" r:id="rId3"/>
  </p:sldMasterIdLst>
  <p:notesMasterIdLst>
    <p:notesMasterId r:id="rId12"/>
  </p:notesMasterIdLst>
  <p:sldIdLst>
    <p:sldId id="265" r:id="rId4"/>
    <p:sldId id="263" r:id="rId5"/>
    <p:sldId id="266" r:id="rId6"/>
    <p:sldId id="275" r:id="rId7"/>
    <p:sldId id="267" r:id="rId8"/>
    <p:sldId id="268" r:id="rId9"/>
    <p:sldId id="273" r:id="rId10"/>
    <p:sldId id="271" r:id="rId11"/>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2" autoAdjust="0"/>
  </p:normalViewPr>
  <p:slideViewPr>
    <p:cSldViewPr snapToGrid="0">
      <p:cViewPr varScale="1">
        <p:scale>
          <a:sx n="86" d="100"/>
          <a:sy n="86" d="100"/>
        </p:scale>
        <p:origin x="562" y="48"/>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theme" Target="theme/theme1.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79925F-D6EB-45CB-A2D1-3851FD73ACE1}" type="datetimeFigureOut">
              <a:rPr lang="LID4096" smtClean="0"/>
              <a:t>11/28/2019</a:t>
            </a:fld>
            <a:endParaRPr lang="LID4096"/>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6AC1A3-29FA-48F1-BF95-56D5BD9A25AE}" type="slidenum">
              <a:rPr lang="LID4096" smtClean="0"/>
              <a:t>‹#›</a:t>
            </a:fld>
            <a:endParaRPr lang="LID4096"/>
          </a:p>
        </p:txBody>
      </p:sp>
    </p:spTree>
    <p:extLst>
      <p:ext uri="{BB962C8B-B14F-4D97-AF65-F5344CB8AC3E}">
        <p14:creationId xmlns:p14="http://schemas.microsoft.com/office/powerpoint/2010/main" val="37608493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Образ слайда 1"/>
          <p:cNvSpPr>
            <a:spLocks noGrp="1" noRot="1" noChangeAspect="1"/>
          </p:cNvSpPr>
          <p:nvPr>
            <p:ph type="sldImg"/>
          </p:nvPr>
        </p:nvSpPr>
        <p:spPr/>
      </p:sp>
      <p:sp>
        <p:nvSpPr>
          <p:cNvPr id="3" name="Заметки 2"/>
          <p:cNvSpPr>
            <a:spLocks noGrp="1"/>
          </p:cNvSpPr>
          <p:nvPr>
            <p:ph type="body" idx="1"/>
          </p:nvPr>
        </p:nvSpPr>
        <p:spPr/>
        <p:txBody>
          <a:bodyPr>
            <a:normAutofit/>
          </a:bodyPr>
          <a:lstStyle/>
          <a:p>
            <a:endParaRPr lang="ru-RU"/>
          </a:p>
        </p:txBody>
      </p:sp>
      <p:sp>
        <p:nvSpPr>
          <p:cNvPr id="4" name="Номер слайда 3"/>
          <p:cNvSpPr>
            <a:spLocks noGrp="1"/>
          </p:cNvSpPr>
          <p:nvPr>
            <p:ph type="sldNum" sz="quarter" idx="10"/>
          </p:nvPr>
        </p:nvSpPr>
        <p:spPr/>
        <p:txBody>
          <a:bodyPr/>
          <a:lstStyle/>
          <a:p>
            <a:fld id="{8AAE85D4-7D60-4A90-94E5-BD050FA6BF40}" type="slidenum">
              <a:rPr lang="x-none" smtClean="0"/>
              <a:pPr/>
              <a:t>1</a:t>
            </a:fld>
            <a:endParaRPr lang="x-none"/>
          </a:p>
        </p:txBody>
      </p:sp>
      <p:sp>
        <p:nvSpPr>
          <p:cNvPr id="5" name="Нижний колонтитул 4"/>
          <p:cNvSpPr>
            <a:spLocks noGrp="1"/>
          </p:cNvSpPr>
          <p:nvPr>
            <p:ph type="ftr" sz="quarter" idx="11"/>
          </p:nvPr>
        </p:nvSpPr>
        <p:spPr/>
        <p:txBody>
          <a:bodyPr/>
          <a:lstStyle/>
          <a:p>
            <a:endParaRPr lang="x-none"/>
          </a:p>
        </p:txBody>
      </p:sp>
      <p:sp>
        <p:nvSpPr>
          <p:cNvPr id="6" name="Верхний колонтитул 5"/>
          <p:cNvSpPr>
            <a:spLocks noGrp="1"/>
          </p:cNvSpPr>
          <p:nvPr>
            <p:ph type="hdr" sz="quarter" idx="12"/>
          </p:nvPr>
        </p:nvSpPr>
        <p:spPr/>
        <p:txBody>
          <a:bodyPr/>
          <a:lstStyle/>
          <a:p>
            <a:endParaRPr lang="x-non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type="blank" preserve="1">
  <p:cSld name="Blank Slide">
    <p:spTree>
      <p:nvGrpSpPr>
        <p:cNvPr id="1" name=""/>
        <p:cNvGrpSpPr/>
        <p:nvPr/>
      </p:nvGrpSpPr>
      <p:grpSpPr bwMode="auto">
        <a:xfrm>
          <a:off x="0" y="0"/>
          <a:ext cx="0" cy="0"/>
          <a:chOff x="0" y="0"/>
          <a:chExt cx="0" cy="0"/>
        </a:xfrm>
      </p:grpSpPr>
    </p:spTree>
    <p:extLst>
      <p:ext uri="{BB962C8B-B14F-4D97-AF65-F5344CB8AC3E}">
        <p14:creationId xmlns:p14="http://schemas.microsoft.com/office/powerpoint/2010/main" val="6479178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tx" preserve="1">
  <p:cSld name="Титульний слайд">
    <p:spTree>
      <p:nvGrpSpPr>
        <p:cNvPr id="1" name=""/>
        <p:cNvGrpSpPr/>
        <p:nvPr/>
      </p:nvGrpSpPr>
      <p:grpSpPr bwMode="auto">
        <a:xfrm>
          <a:off x="0" y="0"/>
          <a:ext cx="0" cy="0"/>
          <a:chOff x="0" y="0"/>
          <a:chExt cx="0" cy="0"/>
        </a:xfrm>
      </p:grpSpPr>
      <p:sp>
        <p:nvSpPr>
          <p:cNvPr id="4" name="PlaceHolder 1"/>
          <p:cNvSpPr>
            <a:spLocks noGrp="1"/>
          </p:cNvSpPr>
          <p:nvPr>
            <p:ph type="title"/>
          </p:nvPr>
        </p:nvSpPr>
        <p:spPr bwMode="auto">
          <a:xfrm>
            <a:off x="609480" y="273600"/>
            <a:ext cx="10972440" cy="1144800"/>
          </a:xfrm>
          <a:prstGeom prst="rect">
            <a:avLst/>
          </a:prstGeom>
        </p:spPr>
        <p:txBody>
          <a:bodyPr lIns="0" tIns="0" rIns="0" bIns="0" anchor="ctr"/>
          <a:lstStyle/>
          <a:p>
            <a:pPr algn="ctr">
              <a:defRPr/>
            </a:pPr>
            <a:r>
              <a:rPr lang="uk-UA" sz="4400" b="0" strike="noStrike" spc="-1">
                <a:latin typeface="Arial"/>
              </a:rPr>
              <a:t>Клацніть, щоб редагувати стиль зразка заголовка</a:t>
            </a:r>
            <a:endParaRPr lang="en-US" sz="4400" b="0" strike="noStrike" spc="-1">
              <a:latin typeface="Arial"/>
            </a:endParaRPr>
          </a:p>
        </p:txBody>
      </p:sp>
      <p:sp>
        <p:nvSpPr>
          <p:cNvPr id="5" name="PlaceHolder 2"/>
          <p:cNvSpPr>
            <a:spLocks noGrp="1"/>
          </p:cNvSpPr>
          <p:nvPr>
            <p:ph type="subTitle"/>
          </p:nvPr>
        </p:nvSpPr>
        <p:spPr bwMode="auto">
          <a:xfrm>
            <a:off x="609480" y="1604520"/>
            <a:ext cx="10972440" cy="3977280"/>
          </a:xfrm>
          <a:prstGeom prst="rect">
            <a:avLst/>
          </a:prstGeom>
        </p:spPr>
        <p:txBody>
          <a:bodyPr lIns="0" tIns="0" rIns="0" bIns="0" anchor="ctr"/>
          <a:lstStyle/>
          <a:p>
            <a:pPr algn="ctr">
              <a:defRPr/>
            </a:pPr>
            <a:r>
              <a:rPr lang="uk-UA" sz="3200" b="0" strike="noStrike" spc="-1">
                <a:latin typeface="Arial"/>
              </a:rPr>
              <a:t>Клацніть, щоб редагувати стиль зразка підзаголовка</a:t>
            </a:r>
            <a:endParaRPr lang="en-US" sz="3200" b="0" strike="noStrike" spc="-1">
              <a:latin typeface="Arial"/>
            </a:endParaRPr>
          </a:p>
        </p:txBody>
      </p:sp>
    </p:spTree>
    <p:extLst>
      <p:ext uri="{BB962C8B-B14F-4D97-AF65-F5344CB8AC3E}">
        <p14:creationId xmlns:p14="http://schemas.microsoft.com/office/powerpoint/2010/main" val="30331513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obj" preserve="1">
  <p:cSld name="Title, Content">
    <p:spTree>
      <p:nvGrpSpPr>
        <p:cNvPr id="1" name=""/>
        <p:cNvGrpSpPr/>
        <p:nvPr/>
      </p:nvGrpSpPr>
      <p:grpSpPr bwMode="auto">
        <a:xfrm>
          <a:off x="0" y="0"/>
          <a:ext cx="0" cy="0"/>
          <a:chOff x="0" y="0"/>
          <a:chExt cx="0" cy="0"/>
        </a:xfrm>
      </p:grpSpPr>
      <p:sp>
        <p:nvSpPr>
          <p:cNvPr id="4" name="PlaceHolder 1"/>
          <p:cNvSpPr>
            <a:spLocks noGrp="1"/>
          </p:cNvSpPr>
          <p:nvPr>
            <p:ph type="title"/>
          </p:nvPr>
        </p:nvSpPr>
        <p:spPr bwMode="auto">
          <a:xfrm>
            <a:off x="609480" y="273600"/>
            <a:ext cx="10972440" cy="1144800"/>
          </a:xfrm>
          <a:prstGeom prst="rect">
            <a:avLst/>
          </a:prstGeom>
        </p:spPr>
        <p:txBody>
          <a:bodyPr lIns="0" tIns="0" rIns="0" bIns="0" anchor="ctr"/>
          <a:lstStyle/>
          <a:p>
            <a:pPr algn="ctr">
              <a:defRPr/>
            </a:pPr>
            <a:r>
              <a:rPr lang="uk-UA" sz="4400" b="0" strike="noStrike" spc="-1">
                <a:latin typeface="Arial"/>
              </a:rPr>
              <a:t>Клацніть, щоб редагувати стиль зразка заголовка</a:t>
            </a:r>
            <a:endParaRPr lang="en-US" sz="4400" b="0" strike="noStrike" spc="-1">
              <a:latin typeface="Arial"/>
            </a:endParaRPr>
          </a:p>
        </p:txBody>
      </p:sp>
      <p:sp>
        <p:nvSpPr>
          <p:cNvPr id="5" name="PlaceHolder 2"/>
          <p:cNvSpPr>
            <a:spLocks noGrp="1"/>
          </p:cNvSpPr>
          <p:nvPr>
            <p:ph type="body"/>
          </p:nvPr>
        </p:nvSpPr>
        <p:spPr bwMode="auto">
          <a:xfrm>
            <a:off x="609480" y="1604520"/>
            <a:ext cx="10972440" cy="397728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Tree>
    <p:extLst>
      <p:ext uri="{BB962C8B-B14F-4D97-AF65-F5344CB8AC3E}">
        <p14:creationId xmlns:p14="http://schemas.microsoft.com/office/powerpoint/2010/main" val="34946110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p:cSld name="Title, 2 Content">
    <p:spTree>
      <p:nvGrpSpPr>
        <p:cNvPr id="1" name=""/>
        <p:cNvGrpSpPr/>
        <p:nvPr/>
      </p:nvGrpSpPr>
      <p:grpSpPr bwMode="auto">
        <a:xfrm>
          <a:off x="0" y="0"/>
          <a:ext cx="0" cy="0"/>
          <a:chOff x="0" y="0"/>
          <a:chExt cx="0" cy="0"/>
        </a:xfrm>
      </p:grpSpPr>
      <p:sp>
        <p:nvSpPr>
          <p:cNvPr id="4" name="PlaceHolder 1"/>
          <p:cNvSpPr>
            <a:spLocks noGrp="1"/>
          </p:cNvSpPr>
          <p:nvPr>
            <p:ph type="title"/>
          </p:nvPr>
        </p:nvSpPr>
        <p:spPr bwMode="auto">
          <a:xfrm>
            <a:off x="609480" y="273600"/>
            <a:ext cx="10972440" cy="1144800"/>
          </a:xfrm>
          <a:prstGeom prst="rect">
            <a:avLst/>
          </a:prstGeom>
        </p:spPr>
        <p:txBody>
          <a:bodyPr lIns="0" tIns="0" rIns="0" bIns="0" anchor="ctr"/>
          <a:lstStyle/>
          <a:p>
            <a:pPr algn="ctr">
              <a:defRPr/>
            </a:pPr>
            <a:r>
              <a:rPr lang="uk-UA" sz="4400" b="0" strike="noStrike" spc="-1">
                <a:latin typeface="Arial"/>
              </a:rPr>
              <a:t>Клацніть, щоб редагувати стиль зразка заголовка</a:t>
            </a:r>
            <a:endParaRPr lang="en-US" sz="4400" b="0" strike="noStrike" spc="-1">
              <a:latin typeface="Arial"/>
            </a:endParaRPr>
          </a:p>
        </p:txBody>
      </p:sp>
      <p:sp>
        <p:nvSpPr>
          <p:cNvPr id="5" name="PlaceHolder 2"/>
          <p:cNvSpPr>
            <a:spLocks noGrp="1"/>
          </p:cNvSpPr>
          <p:nvPr>
            <p:ph type="body"/>
          </p:nvPr>
        </p:nvSpPr>
        <p:spPr bwMode="auto">
          <a:xfrm>
            <a:off x="609480" y="1604520"/>
            <a:ext cx="5354280" cy="397728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6" name="PlaceHolder 3"/>
          <p:cNvSpPr>
            <a:spLocks noGrp="1"/>
          </p:cNvSpPr>
          <p:nvPr>
            <p:ph type="body"/>
          </p:nvPr>
        </p:nvSpPr>
        <p:spPr bwMode="auto">
          <a:xfrm>
            <a:off x="6231960" y="1604520"/>
            <a:ext cx="5354280" cy="397728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Tree>
    <p:extLst>
      <p:ext uri="{BB962C8B-B14F-4D97-AF65-F5344CB8AC3E}">
        <p14:creationId xmlns:p14="http://schemas.microsoft.com/office/powerpoint/2010/main" val="3947457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itleOnly" preserve="1">
  <p:cSld name="Лише заголовок">
    <p:spTree>
      <p:nvGrpSpPr>
        <p:cNvPr id="1" name=""/>
        <p:cNvGrpSpPr/>
        <p:nvPr/>
      </p:nvGrpSpPr>
      <p:grpSpPr bwMode="auto">
        <a:xfrm>
          <a:off x="0" y="0"/>
          <a:ext cx="0" cy="0"/>
          <a:chOff x="0" y="0"/>
          <a:chExt cx="0" cy="0"/>
        </a:xfrm>
      </p:grpSpPr>
      <p:sp>
        <p:nvSpPr>
          <p:cNvPr id="4" name="PlaceHolder 1"/>
          <p:cNvSpPr>
            <a:spLocks noGrp="1"/>
          </p:cNvSpPr>
          <p:nvPr>
            <p:ph type="title"/>
          </p:nvPr>
        </p:nvSpPr>
        <p:spPr bwMode="auto">
          <a:xfrm>
            <a:off x="609480" y="273600"/>
            <a:ext cx="10972440" cy="1144800"/>
          </a:xfrm>
          <a:prstGeom prst="rect">
            <a:avLst/>
          </a:prstGeom>
        </p:spPr>
        <p:txBody>
          <a:bodyPr lIns="0" tIns="0" rIns="0" bIns="0" anchor="ctr"/>
          <a:lstStyle/>
          <a:p>
            <a:pPr algn="ctr">
              <a:defRPr/>
            </a:pPr>
            <a:r>
              <a:rPr lang="uk-UA" sz="4400" b="0" strike="noStrike" spc="-1">
                <a:latin typeface="Arial"/>
              </a:rPr>
              <a:t>Клацніть, щоб редагувати стиль зразка заголовка</a:t>
            </a:r>
            <a:endParaRPr lang="en-US" sz="4400" b="0" strike="noStrike" spc="-1">
              <a:latin typeface="Arial"/>
            </a:endParaRPr>
          </a:p>
        </p:txBody>
      </p:sp>
    </p:spTree>
    <p:extLst>
      <p:ext uri="{BB962C8B-B14F-4D97-AF65-F5344CB8AC3E}">
        <p14:creationId xmlns:p14="http://schemas.microsoft.com/office/powerpoint/2010/main" val="9692403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objOnly" preserve="1">
  <p:cSld name="Centered Text">
    <p:spTree>
      <p:nvGrpSpPr>
        <p:cNvPr id="1" name=""/>
        <p:cNvGrpSpPr/>
        <p:nvPr/>
      </p:nvGrpSpPr>
      <p:grpSpPr bwMode="auto">
        <a:xfrm>
          <a:off x="0" y="0"/>
          <a:ext cx="0" cy="0"/>
          <a:chOff x="0" y="0"/>
          <a:chExt cx="0" cy="0"/>
        </a:xfrm>
      </p:grpSpPr>
      <p:sp>
        <p:nvSpPr>
          <p:cNvPr id="4" name="PlaceHolder 1"/>
          <p:cNvSpPr>
            <a:spLocks noGrp="1"/>
          </p:cNvSpPr>
          <p:nvPr>
            <p:ph type="subTitle"/>
          </p:nvPr>
        </p:nvSpPr>
        <p:spPr bwMode="auto">
          <a:xfrm>
            <a:off x="609480" y="273600"/>
            <a:ext cx="10972440" cy="5307840"/>
          </a:xfrm>
          <a:prstGeom prst="rect">
            <a:avLst/>
          </a:prstGeom>
        </p:spPr>
        <p:txBody>
          <a:bodyPr lIns="0" tIns="0" rIns="0" bIns="0" anchor="ctr"/>
          <a:lstStyle/>
          <a:p>
            <a:pPr algn="ctr">
              <a:defRPr/>
            </a:pPr>
            <a:r>
              <a:rPr lang="uk-UA" sz="3200" b="0" strike="noStrike" spc="-1">
                <a:latin typeface="Arial"/>
              </a:rPr>
              <a:t>Клацніть, щоб редагувати стиль зразка підзаголовка</a:t>
            </a:r>
            <a:endParaRPr lang="en-US" sz="3200" b="0" strike="noStrike" spc="-1">
              <a:latin typeface="Arial"/>
            </a:endParaRPr>
          </a:p>
        </p:txBody>
      </p:sp>
    </p:spTree>
    <p:extLst>
      <p:ext uri="{BB962C8B-B14F-4D97-AF65-F5344CB8AC3E}">
        <p14:creationId xmlns:p14="http://schemas.microsoft.com/office/powerpoint/2010/main" val="19233245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twoObjAndObj" preserve="1">
  <p:cSld name="Заголовок, два маленьких об'єкти та великий об'єкт">
    <p:spTree>
      <p:nvGrpSpPr>
        <p:cNvPr id="1" name=""/>
        <p:cNvGrpSpPr/>
        <p:nvPr/>
      </p:nvGrpSpPr>
      <p:grpSpPr bwMode="auto">
        <a:xfrm>
          <a:off x="0" y="0"/>
          <a:ext cx="0" cy="0"/>
          <a:chOff x="0" y="0"/>
          <a:chExt cx="0" cy="0"/>
        </a:xfrm>
      </p:grpSpPr>
      <p:sp>
        <p:nvSpPr>
          <p:cNvPr id="4" name="PlaceHolder 1"/>
          <p:cNvSpPr>
            <a:spLocks noGrp="1"/>
          </p:cNvSpPr>
          <p:nvPr>
            <p:ph type="title"/>
          </p:nvPr>
        </p:nvSpPr>
        <p:spPr bwMode="auto">
          <a:xfrm>
            <a:off x="609480" y="273600"/>
            <a:ext cx="10972440" cy="1144800"/>
          </a:xfrm>
          <a:prstGeom prst="rect">
            <a:avLst/>
          </a:prstGeom>
        </p:spPr>
        <p:txBody>
          <a:bodyPr lIns="0" tIns="0" rIns="0" bIns="0" anchor="ctr"/>
          <a:lstStyle/>
          <a:p>
            <a:pPr algn="ctr">
              <a:defRPr/>
            </a:pPr>
            <a:r>
              <a:rPr lang="uk-UA" sz="4400" b="0" strike="noStrike" spc="-1">
                <a:latin typeface="Arial"/>
              </a:rPr>
              <a:t>Клацніть, щоб редагувати стиль зразка заголовка</a:t>
            </a:r>
            <a:endParaRPr lang="en-US" sz="4400" b="0" strike="noStrike" spc="-1">
              <a:latin typeface="Arial"/>
            </a:endParaRPr>
          </a:p>
        </p:txBody>
      </p:sp>
      <p:sp>
        <p:nvSpPr>
          <p:cNvPr id="5" name="PlaceHolder 2"/>
          <p:cNvSpPr>
            <a:spLocks noGrp="1"/>
          </p:cNvSpPr>
          <p:nvPr>
            <p:ph type="body"/>
          </p:nvPr>
        </p:nvSpPr>
        <p:spPr bwMode="auto">
          <a:xfrm>
            <a:off x="609480" y="1604520"/>
            <a:ext cx="535428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6" name="PlaceHolder 3"/>
          <p:cNvSpPr>
            <a:spLocks noGrp="1"/>
          </p:cNvSpPr>
          <p:nvPr>
            <p:ph type="body"/>
          </p:nvPr>
        </p:nvSpPr>
        <p:spPr bwMode="auto">
          <a:xfrm>
            <a:off x="6231960" y="1604520"/>
            <a:ext cx="5354280" cy="397728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7" name="PlaceHolder 4"/>
          <p:cNvSpPr>
            <a:spLocks noGrp="1"/>
          </p:cNvSpPr>
          <p:nvPr>
            <p:ph type="body"/>
          </p:nvPr>
        </p:nvSpPr>
        <p:spPr bwMode="auto">
          <a:xfrm>
            <a:off x="609480" y="3682080"/>
            <a:ext cx="535428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Tree>
    <p:extLst>
      <p:ext uri="{BB962C8B-B14F-4D97-AF65-F5344CB8AC3E}">
        <p14:creationId xmlns:p14="http://schemas.microsoft.com/office/powerpoint/2010/main" val="38377426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AndTwoObj" preserve="1">
  <p:cSld name="Title Content and 2 Content">
    <p:spTree>
      <p:nvGrpSpPr>
        <p:cNvPr id="1" name=""/>
        <p:cNvGrpSpPr/>
        <p:nvPr/>
      </p:nvGrpSpPr>
      <p:grpSpPr bwMode="auto">
        <a:xfrm>
          <a:off x="0" y="0"/>
          <a:ext cx="0" cy="0"/>
          <a:chOff x="0" y="0"/>
          <a:chExt cx="0" cy="0"/>
        </a:xfrm>
      </p:grpSpPr>
      <p:sp>
        <p:nvSpPr>
          <p:cNvPr id="4" name="PlaceHolder 1"/>
          <p:cNvSpPr>
            <a:spLocks noGrp="1"/>
          </p:cNvSpPr>
          <p:nvPr>
            <p:ph type="title"/>
          </p:nvPr>
        </p:nvSpPr>
        <p:spPr bwMode="auto">
          <a:xfrm>
            <a:off x="609480" y="273600"/>
            <a:ext cx="10972440" cy="1144800"/>
          </a:xfrm>
          <a:prstGeom prst="rect">
            <a:avLst/>
          </a:prstGeom>
        </p:spPr>
        <p:txBody>
          <a:bodyPr lIns="0" tIns="0" rIns="0" bIns="0" anchor="ctr"/>
          <a:lstStyle/>
          <a:p>
            <a:pPr algn="ctr">
              <a:defRPr/>
            </a:pPr>
            <a:r>
              <a:rPr lang="uk-UA" sz="4400" b="0" strike="noStrike" spc="-1">
                <a:latin typeface="Arial"/>
              </a:rPr>
              <a:t>Клацніть, щоб редагувати стиль зразка заголовка</a:t>
            </a:r>
            <a:endParaRPr lang="en-US" sz="4400" b="0" strike="noStrike" spc="-1">
              <a:latin typeface="Arial"/>
            </a:endParaRPr>
          </a:p>
        </p:txBody>
      </p:sp>
      <p:sp>
        <p:nvSpPr>
          <p:cNvPr id="5" name="PlaceHolder 2"/>
          <p:cNvSpPr>
            <a:spLocks noGrp="1"/>
          </p:cNvSpPr>
          <p:nvPr>
            <p:ph type="body"/>
          </p:nvPr>
        </p:nvSpPr>
        <p:spPr bwMode="auto">
          <a:xfrm>
            <a:off x="609480" y="1604520"/>
            <a:ext cx="5354280" cy="397728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6" name="PlaceHolder 3"/>
          <p:cNvSpPr>
            <a:spLocks noGrp="1"/>
          </p:cNvSpPr>
          <p:nvPr>
            <p:ph type="body"/>
          </p:nvPr>
        </p:nvSpPr>
        <p:spPr bwMode="auto">
          <a:xfrm>
            <a:off x="6231960" y="1604520"/>
            <a:ext cx="535428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7" name="PlaceHolder 4"/>
          <p:cNvSpPr>
            <a:spLocks noGrp="1"/>
          </p:cNvSpPr>
          <p:nvPr>
            <p:ph type="body"/>
          </p:nvPr>
        </p:nvSpPr>
        <p:spPr bwMode="auto">
          <a:xfrm>
            <a:off x="6231960" y="3682080"/>
            <a:ext cx="535428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Tree>
    <p:extLst>
      <p:ext uri="{BB962C8B-B14F-4D97-AF65-F5344CB8AC3E}">
        <p14:creationId xmlns:p14="http://schemas.microsoft.com/office/powerpoint/2010/main" val="25600148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twoObjOverTx" preserve="1">
  <p:cSld name="Title, 2 Content over Content">
    <p:spTree>
      <p:nvGrpSpPr>
        <p:cNvPr id="1" name=""/>
        <p:cNvGrpSpPr/>
        <p:nvPr/>
      </p:nvGrpSpPr>
      <p:grpSpPr bwMode="auto">
        <a:xfrm>
          <a:off x="0" y="0"/>
          <a:ext cx="0" cy="0"/>
          <a:chOff x="0" y="0"/>
          <a:chExt cx="0" cy="0"/>
        </a:xfrm>
      </p:grpSpPr>
      <p:sp>
        <p:nvSpPr>
          <p:cNvPr id="4" name="PlaceHolder 1"/>
          <p:cNvSpPr>
            <a:spLocks noGrp="1"/>
          </p:cNvSpPr>
          <p:nvPr>
            <p:ph type="title"/>
          </p:nvPr>
        </p:nvSpPr>
        <p:spPr bwMode="auto">
          <a:xfrm>
            <a:off x="609480" y="273600"/>
            <a:ext cx="10972440" cy="1144800"/>
          </a:xfrm>
          <a:prstGeom prst="rect">
            <a:avLst/>
          </a:prstGeom>
        </p:spPr>
        <p:txBody>
          <a:bodyPr lIns="0" tIns="0" rIns="0" bIns="0" anchor="ctr"/>
          <a:lstStyle/>
          <a:p>
            <a:pPr algn="ctr">
              <a:defRPr/>
            </a:pPr>
            <a:r>
              <a:rPr lang="uk-UA" sz="4400" b="0" strike="noStrike" spc="-1">
                <a:latin typeface="Arial"/>
              </a:rPr>
              <a:t>Клацніть, щоб редагувати стиль зразка заголовка</a:t>
            </a:r>
            <a:endParaRPr lang="en-US" sz="4400" b="0" strike="noStrike" spc="-1">
              <a:latin typeface="Arial"/>
            </a:endParaRPr>
          </a:p>
        </p:txBody>
      </p:sp>
      <p:sp>
        <p:nvSpPr>
          <p:cNvPr id="5" name="PlaceHolder 2"/>
          <p:cNvSpPr>
            <a:spLocks noGrp="1"/>
          </p:cNvSpPr>
          <p:nvPr>
            <p:ph type="body"/>
          </p:nvPr>
        </p:nvSpPr>
        <p:spPr bwMode="auto">
          <a:xfrm>
            <a:off x="609480" y="1604520"/>
            <a:ext cx="535428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6" name="PlaceHolder 3"/>
          <p:cNvSpPr>
            <a:spLocks noGrp="1"/>
          </p:cNvSpPr>
          <p:nvPr>
            <p:ph type="body"/>
          </p:nvPr>
        </p:nvSpPr>
        <p:spPr bwMode="auto">
          <a:xfrm>
            <a:off x="6231960" y="1604520"/>
            <a:ext cx="535428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7" name="PlaceHolder 4"/>
          <p:cNvSpPr>
            <a:spLocks noGrp="1"/>
          </p:cNvSpPr>
          <p:nvPr>
            <p:ph type="body"/>
          </p:nvPr>
        </p:nvSpPr>
        <p:spPr bwMode="auto">
          <a:xfrm>
            <a:off x="609480" y="3682080"/>
            <a:ext cx="1097244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Tree>
    <p:extLst>
      <p:ext uri="{BB962C8B-B14F-4D97-AF65-F5344CB8AC3E}">
        <p14:creationId xmlns:p14="http://schemas.microsoft.com/office/powerpoint/2010/main" val="16012235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objOverTx" preserve="1">
  <p:cSld name="Title, Content over Content">
    <p:spTree>
      <p:nvGrpSpPr>
        <p:cNvPr id="1" name=""/>
        <p:cNvGrpSpPr/>
        <p:nvPr/>
      </p:nvGrpSpPr>
      <p:grpSpPr bwMode="auto">
        <a:xfrm>
          <a:off x="0" y="0"/>
          <a:ext cx="0" cy="0"/>
          <a:chOff x="0" y="0"/>
          <a:chExt cx="0" cy="0"/>
        </a:xfrm>
      </p:grpSpPr>
      <p:sp>
        <p:nvSpPr>
          <p:cNvPr id="4" name="PlaceHolder 1"/>
          <p:cNvSpPr>
            <a:spLocks noGrp="1"/>
          </p:cNvSpPr>
          <p:nvPr>
            <p:ph type="title"/>
          </p:nvPr>
        </p:nvSpPr>
        <p:spPr bwMode="auto">
          <a:xfrm>
            <a:off x="609480" y="273600"/>
            <a:ext cx="10972440" cy="1144800"/>
          </a:xfrm>
          <a:prstGeom prst="rect">
            <a:avLst/>
          </a:prstGeom>
        </p:spPr>
        <p:txBody>
          <a:bodyPr lIns="0" tIns="0" rIns="0" bIns="0" anchor="ctr"/>
          <a:lstStyle/>
          <a:p>
            <a:pPr algn="ctr">
              <a:defRPr/>
            </a:pPr>
            <a:r>
              <a:rPr lang="uk-UA" sz="4400" b="0" strike="noStrike" spc="-1">
                <a:latin typeface="Arial"/>
              </a:rPr>
              <a:t>Клацніть, щоб редагувати стиль зразка заголовка</a:t>
            </a:r>
            <a:endParaRPr lang="en-US" sz="4400" b="0" strike="noStrike" spc="-1">
              <a:latin typeface="Arial"/>
            </a:endParaRPr>
          </a:p>
        </p:txBody>
      </p:sp>
      <p:sp>
        <p:nvSpPr>
          <p:cNvPr id="5" name="PlaceHolder 2"/>
          <p:cNvSpPr>
            <a:spLocks noGrp="1"/>
          </p:cNvSpPr>
          <p:nvPr>
            <p:ph type="body"/>
          </p:nvPr>
        </p:nvSpPr>
        <p:spPr bwMode="auto">
          <a:xfrm>
            <a:off x="609480" y="1604520"/>
            <a:ext cx="1097244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6" name="PlaceHolder 3"/>
          <p:cNvSpPr>
            <a:spLocks noGrp="1"/>
          </p:cNvSpPr>
          <p:nvPr>
            <p:ph type="body"/>
          </p:nvPr>
        </p:nvSpPr>
        <p:spPr bwMode="auto">
          <a:xfrm>
            <a:off x="609480" y="3682080"/>
            <a:ext cx="1097244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Tree>
    <p:extLst>
      <p:ext uri="{BB962C8B-B14F-4D97-AF65-F5344CB8AC3E}">
        <p14:creationId xmlns:p14="http://schemas.microsoft.com/office/powerpoint/2010/main" val="1514980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fourObj" preserve="1">
  <p:cSld name="Title, 4 Content">
    <p:spTree>
      <p:nvGrpSpPr>
        <p:cNvPr id="1" name=""/>
        <p:cNvGrpSpPr/>
        <p:nvPr/>
      </p:nvGrpSpPr>
      <p:grpSpPr bwMode="auto">
        <a:xfrm>
          <a:off x="0" y="0"/>
          <a:ext cx="0" cy="0"/>
          <a:chOff x="0" y="0"/>
          <a:chExt cx="0" cy="0"/>
        </a:xfrm>
      </p:grpSpPr>
      <p:sp>
        <p:nvSpPr>
          <p:cNvPr id="4" name="PlaceHolder 1"/>
          <p:cNvSpPr>
            <a:spLocks noGrp="1"/>
          </p:cNvSpPr>
          <p:nvPr>
            <p:ph type="title"/>
          </p:nvPr>
        </p:nvSpPr>
        <p:spPr bwMode="auto">
          <a:xfrm>
            <a:off x="609480" y="273600"/>
            <a:ext cx="10972440" cy="1144800"/>
          </a:xfrm>
          <a:prstGeom prst="rect">
            <a:avLst/>
          </a:prstGeom>
        </p:spPr>
        <p:txBody>
          <a:bodyPr lIns="0" tIns="0" rIns="0" bIns="0" anchor="ctr"/>
          <a:lstStyle/>
          <a:p>
            <a:pPr algn="ctr">
              <a:defRPr/>
            </a:pPr>
            <a:r>
              <a:rPr lang="uk-UA" sz="4400" b="0" strike="noStrike" spc="-1">
                <a:latin typeface="Arial"/>
              </a:rPr>
              <a:t>Клацніть, щоб редагувати стиль зразка заголовка</a:t>
            </a:r>
            <a:endParaRPr lang="en-US" sz="4400" b="0" strike="noStrike" spc="-1">
              <a:latin typeface="Arial"/>
            </a:endParaRPr>
          </a:p>
        </p:txBody>
      </p:sp>
      <p:sp>
        <p:nvSpPr>
          <p:cNvPr id="5" name="PlaceHolder 2"/>
          <p:cNvSpPr>
            <a:spLocks noGrp="1"/>
          </p:cNvSpPr>
          <p:nvPr>
            <p:ph type="body"/>
          </p:nvPr>
        </p:nvSpPr>
        <p:spPr bwMode="auto">
          <a:xfrm>
            <a:off x="609480" y="1604520"/>
            <a:ext cx="535428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6" name="PlaceHolder 3"/>
          <p:cNvSpPr>
            <a:spLocks noGrp="1"/>
          </p:cNvSpPr>
          <p:nvPr>
            <p:ph type="body"/>
          </p:nvPr>
        </p:nvSpPr>
        <p:spPr bwMode="auto">
          <a:xfrm>
            <a:off x="6231960" y="1604520"/>
            <a:ext cx="535428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7" name="PlaceHolder 4"/>
          <p:cNvSpPr>
            <a:spLocks noGrp="1"/>
          </p:cNvSpPr>
          <p:nvPr>
            <p:ph type="body"/>
          </p:nvPr>
        </p:nvSpPr>
        <p:spPr bwMode="auto">
          <a:xfrm>
            <a:off x="609480" y="3682080"/>
            <a:ext cx="535428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8" name="PlaceHolder 5"/>
          <p:cNvSpPr>
            <a:spLocks noGrp="1"/>
          </p:cNvSpPr>
          <p:nvPr>
            <p:ph type="body"/>
          </p:nvPr>
        </p:nvSpPr>
        <p:spPr bwMode="auto">
          <a:xfrm>
            <a:off x="6231960" y="3682080"/>
            <a:ext cx="535428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Tree>
    <p:extLst>
      <p:ext uri="{BB962C8B-B14F-4D97-AF65-F5344CB8AC3E}">
        <p14:creationId xmlns:p14="http://schemas.microsoft.com/office/powerpoint/2010/main" val="33308990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preserve="1" userDrawn="1">
  <p:cSld name="Title, 6 Content">
    <p:spTree>
      <p:nvGrpSpPr>
        <p:cNvPr id="1" name=""/>
        <p:cNvGrpSpPr/>
        <p:nvPr/>
      </p:nvGrpSpPr>
      <p:grpSpPr bwMode="auto">
        <a:xfrm>
          <a:off x="0" y="0"/>
          <a:ext cx="0" cy="0"/>
          <a:chOff x="0" y="0"/>
          <a:chExt cx="0" cy="0"/>
        </a:xfrm>
      </p:grpSpPr>
    </p:spTree>
    <p:extLst>
      <p:ext uri="{BB962C8B-B14F-4D97-AF65-F5344CB8AC3E}">
        <p14:creationId xmlns:p14="http://schemas.microsoft.com/office/powerpoint/2010/main" val="11548125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type="blank" preserve="1">
  <p:cSld name="Blank Slide">
    <p:spTree>
      <p:nvGrpSpPr>
        <p:cNvPr id="1" name=""/>
        <p:cNvGrpSpPr/>
        <p:nvPr/>
      </p:nvGrpSpPr>
      <p:grpSpPr bwMode="auto">
        <a:xfrm>
          <a:off x="0" y="0"/>
          <a:ext cx="0" cy="0"/>
          <a:chOff x="0" y="0"/>
          <a:chExt cx="0" cy="0"/>
        </a:xfrm>
      </p:grpSpPr>
    </p:spTree>
    <p:extLst>
      <p:ext uri="{BB962C8B-B14F-4D97-AF65-F5344CB8AC3E}">
        <p14:creationId xmlns:p14="http://schemas.microsoft.com/office/powerpoint/2010/main" val="162365914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type="tx" preserve="1">
  <p:cSld name="Титульний слайд">
    <p:spTree>
      <p:nvGrpSpPr>
        <p:cNvPr id="1" name=""/>
        <p:cNvGrpSpPr/>
        <p:nvPr/>
      </p:nvGrpSpPr>
      <p:grpSpPr bwMode="auto">
        <a:xfrm>
          <a:off x="0" y="0"/>
          <a:ext cx="0" cy="0"/>
          <a:chOff x="0" y="0"/>
          <a:chExt cx="0" cy="0"/>
        </a:xfrm>
      </p:grpSpPr>
      <p:sp>
        <p:nvSpPr>
          <p:cNvPr id="4" name="PlaceHolder 1"/>
          <p:cNvSpPr>
            <a:spLocks noGrp="1"/>
          </p:cNvSpPr>
          <p:nvPr>
            <p:ph type="title"/>
          </p:nvPr>
        </p:nvSpPr>
        <p:spPr bwMode="auto">
          <a:xfrm>
            <a:off x="609480" y="273600"/>
            <a:ext cx="10972440" cy="1144800"/>
          </a:xfrm>
          <a:prstGeom prst="rect">
            <a:avLst/>
          </a:prstGeom>
        </p:spPr>
        <p:txBody>
          <a:bodyPr lIns="0" tIns="0" rIns="0" bIns="0" anchor="ctr"/>
          <a:lstStyle/>
          <a:p>
            <a:pPr algn="ctr">
              <a:defRPr/>
            </a:pPr>
            <a:r>
              <a:rPr lang="uk-UA" sz="4400" b="0" strike="noStrike" spc="-1">
                <a:latin typeface="Arial"/>
              </a:rPr>
              <a:t>Клацніть, щоб редагувати стиль зразка заголовка</a:t>
            </a:r>
            <a:endParaRPr lang="en-US" sz="4400" b="0" strike="noStrike" spc="-1">
              <a:latin typeface="Arial"/>
            </a:endParaRPr>
          </a:p>
        </p:txBody>
      </p:sp>
      <p:sp>
        <p:nvSpPr>
          <p:cNvPr id="5" name="PlaceHolder 2"/>
          <p:cNvSpPr>
            <a:spLocks noGrp="1"/>
          </p:cNvSpPr>
          <p:nvPr>
            <p:ph type="subTitle"/>
          </p:nvPr>
        </p:nvSpPr>
        <p:spPr bwMode="auto">
          <a:xfrm>
            <a:off x="609480" y="1604520"/>
            <a:ext cx="10972440" cy="3977280"/>
          </a:xfrm>
          <a:prstGeom prst="rect">
            <a:avLst/>
          </a:prstGeom>
        </p:spPr>
        <p:txBody>
          <a:bodyPr lIns="0" tIns="0" rIns="0" bIns="0" anchor="ctr"/>
          <a:lstStyle/>
          <a:p>
            <a:pPr algn="ctr">
              <a:defRPr/>
            </a:pPr>
            <a:r>
              <a:rPr lang="uk-UA" sz="3200" b="0" strike="noStrike" spc="-1">
                <a:latin typeface="Arial"/>
              </a:rPr>
              <a:t>Клацніть, щоб редагувати стиль зразка підзаголовка</a:t>
            </a:r>
            <a:endParaRPr lang="en-US" sz="3200" b="0" strike="noStrike" spc="-1">
              <a:latin typeface="Arial"/>
            </a:endParaRPr>
          </a:p>
        </p:txBody>
      </p:sp>
    </p:spTree>
    <p:extLst>
      <p:ext uri="{BB962C8B-B14F-4D97-AF65-F5344CB8AC3E}">
        <p14:creationId xmlns:p14="http://schemas.microsoft.com/office/powerpoint/2010/main" val="18922722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type="obj" preserve="1">
  <p:cSld name="Title, Content">
    <p:spTree>
      <p:nvGrpSpPr>
        <p:cNvPr id="1" name=""/>
        <p:cNvGrpSpPr/>
        <p:nvPr/>
      </p:nvGrpSpPr>
      <p:grpSpPr bwMode="auto">
        <a:xfrm>
          <a:off x="0" y="0"/>
          <a:ext cx="0" cy="0"/>
          <a:chOff x="0" y="0"/>
          <a:chExt cx="0" cy="0"/>
        </a:xfrm>
      </p:grpSpPr>
      <p:sp>
        <p:nvSpPr>
          <p:cNvPr id="4" name="PlaceHolder 1"/>
          <p:cNvSpPr>
            <a:spLocks noGrp="1"/>
          </p:cNvSpPr>
          <p:nvPr>
            <p:ph type="title"/>
          </p:nvPr>
        </p:nvSpPr>
        <p:spPr bwMode="auto">
          <a:xfrm>
            <a:off x="609480" y="273600"/>
            <a:ext cx="10972440" cy="1144800"/>
          </a:xfrm>
          <a:prstGeom prst="rect">
            <a:avLst/>
          </a:prstGeom>
        </p:spPr>
        <p:txBody>
          <a:bodyPr lIns="0" tIns="0" rIns="0" bIns="0" anchor="ctr"/>
          <a:lstStyle/>
          <a:p>
            <a:pPr algn="ctr">
              <a:defRPr/>
            </a:pPr>
            <a:r>
              <a:rPr lang="uk-UA" sz="4400" b="0" strike="noStrike" spc="-1">
                <a:latin typeface="Arial"/>
              </a:rPr>
              <a:t>Клацніть, щоб редагувати стиль зразка заголовка</a:t>
            </a:r>
            <a:endParaRPr lang="en-US" sz="4400" b="0" strike="noStrike" spc="-1">
              <a:latin typeface="Arial"/>
            </a:endParaRPr>
          </a:p>
        </p:txBody>
      </p:sp>
      <p:sp>
        <p:nvSpPr>
          <p:cNvPr id="5" name="PlaceHolder 2"/>
          <p:cNvSpPr>
            <a:spLocks noGrp="1"/>
          </p:cNvSpPr>
          <p:nvPr>
            <p:ph type="body"/>
          </p:nvPr>
        </p:nvSpPr>
        <p:spPr bwMode="auto">
          <a:xfrm>
            <a:off x="609480" y="1604520"/>
            <a:ext cx="10972440" cy="397728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Tree>
    <p:extLst>
      <p:ext uri="{BB962C8B-B14F-4D97-AF65-F5344CB8AC3E}">
        <p14:creationId xmlns:p14="http://schemas.microsoft.com/office/powerpoint/2010/main" val="40207587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type="twoObj" preserve="1">
  <p:cSld name="Title, 2 Content">
    <p:spTree>
      <p:nvGrpSpPr>
        <p:cNvPr id="1" name=""/>
        <p:cNvGrpSpPr/>
        <p:nvPr/>
      </p:nvGrpSpPr>
      <p:grpSpPr bwMode="auto">
        <a:xfrm>
          <a:off x="0" y="0"/>
          <a:ext cx="0" cy="0"/>
          <a:chOff x="0" y="0"/>
          <a:chExt cx="0" cy="0"/>
        </a:xfrm>
      </p:grpSpPr>
      <p:sp>
        <p:nvSpPr>
          <p:cNvPr id="4" name="PlaceHolder 1"/>
          <p:cNvSpPr>
            <a:spLocks noGrp="1"/>
          </p:cNvSpPr>
          <p:nvPr>
            <p:ph type="title"/>
          </p:nvPr>
        </p:nvSpPr>
        <p:spPr bwMode="auto">
          <a:xfrm>
            <a:off x="609480" y="273600"/>
            <a:ext cx="10972440" cy="1144800"/>
          </a:xfrm>
          <a:prstGeom prst="rect">
            <a:avLst/>
          </a:prstGeom>
        </p:spPr>
        <p:txBody>
          <a:bodyPr lIns="0" tIns="0" rIns="0" bIns="0" anchor="ctr"/>
          <a:lstStyle/>
          <a:p>
            <a:pPr algn="ctr">
              <a:defRPr/>
            </a:pPr>
            <a:r>
              <a:rPr lang="uk-UA" sz="4400" b="0" strike="noStrike" spc="-1">
                <a:latin typeface="Arial"/>
              </a:rPr>
              <a:t>Клацніть, щоб редагувати стиль зразка заголовка</a:t>
            </a:r>
            <a:endParaRPr lang="en-US" sz="4400" b="0" strike="noStrike" spc="-1">
              <a:latin typeface="Arial"/>
            </a:endParaRPr>
          </a:p>
        </p:txBody>
      </p:sp>
      <p:sp>
        <p:nvSpPr>
          <p:cNvPr id="5" name="PlaceHolder 2"/>
          <p:cNvSpPr>
            <a:spLocks noGrp="1"/>
          </p:cNvSpPr>
          <p:nvPr>
            <p:ph type="body"/>
          </p:nvPr>
        </p:nvSpPr>
        <p:spPr bwMode="auto">
          <a:xfrm>
            <a:off x="609480" y="1604520"/>
            <a:ext cx="5354280" cy="397728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6" name="PlaceHolder 3"/>
          <p:cNvSpPr>
            <a:spLocks noGrp="1"/>
          </p:cNvSpPr>
          <p:nvPr>
            <p:ph type="body"/>
          </p:nvPr>
        </p:nvSpPr>
        <p:spPr bwMode="auto">
          <a:xfrm>
            <a:off x="6231960" y="1604520"/>
            <a:ext cx="5354280" cy="397728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Tree>
    <p:extLst>
      <p:ext uri="{BB962C8B-B14F-4D97-AF65-F5344CB8AC3E}">
        <p14:creationId xmlns:p14="http://schemas.microsoft.com/office/powerpoint/2010/main" val="16421482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type="titleOnly" preserve="1">
  <p:cSld name="Лише заголовок">
    <p:spTree>
      <p:nvGrpSpPr>
        <p:cNvPr id="1" name=""/>
        <p:cNvGrpSpPr/>
        <p:nvPr/>
      </p:nvGrpSpPr>
      <p:grpSpPr bwMode="auto">
        <a:xfrm>
          <a:off x="0" y="0"/>
          <a:ext cx="0" cy="0"/>
          <a:chOff x="0" y="0"/>
          <a:chExt cx="0" cy="0"/>
        </a:xfrm>
      </p:grpSpPr>
      <p:sp>
        <p:nvSpPr>
          <p:cNvPr id="4" name="PlaceHolder 1"/>
          <p:cNvSpPr>
            <a:spLocks noGrp="1"/>
          </p:cNvSpPr>
          <p:nvPr>
            <p:ph type="title"/>
          </p:nvPr>
        </p:nvSpPr>
        <p:spPr bwMode="auto">
          <a:xfrm>
            <a:off x="609480" y="273600"/>
            <a:ext cx="10972440" cy="1144800"/>
          </a:xfrm>
          <a:prstGeom prst="rect">
            <a:avLst/>
          </a:prstGeom>
        </p:spPr>
        <p:txBody>
          <a:bodyPr lIns="0" tIns="0" rIns="0" bIns="0" anchor="ctr"/>
          <a:lstStyle/>
          <a:p>
            <a:pPr algn="ctr">
              <a:defRPr/>
            </a:pPr>
            <a:r>
              <a:rPr lang="uk-UA" sz="4400" b="0" strike="noStrike" spc="-1">
                <a:latin typeface="Arial"/>
              </a:rPr>
              <a:t>Клацніть, щоб редагувати стиль зразка заголовка</a:t>
            </a:r>
            <a:endParaRPr lang="en-US" sz="4400" b="0" strike="noStrike" spc="-1">
              <a:latin typeface="Arial"/>
            </a:endParaRPr>
          </a:p>
        </p:txBody>
      </p:sp>
    </p:spTree>
    <p:extLst>
      <p:ext uri="{BB962C8B-B14F-4D97-AF65-F5344CB8AC3E}">
        <p14:creationId xmlns:p14="http://schemas.microsoft.com/office/powerpoint/2010/main" val="347749625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type="objOnly" preserve="1">
  <p:cSld name="Centered Text">
    <p:spTree>
      <p:nvGrpSpPr>
        <p:cNvPr id="1" name=""/>
        <p:cNvGrpSpPr/>
        <p:nvPr/>
      </p:nvGrpSpPr>
      <p:grpSpPr bwMode="auto">
        <a:xfrm>
          <a:off x="0" y="0"/>
          <a:ext cx="0" cy="0"/>
          <a:chOff x="0" y="0"/>
          <a:chExt cx="0" cy="0"/>
        </a:xfrm>
      </p:grpSpPr>
      <p:sp>
        <p:nvSpPr>
          <p:cNvPr id="4" name="PlaceHolder 1"/>
          <p:cNvSpPr>
            <a:spLocks noGrp="1"/>
          </p:cNvSpPr>
          <p:nvPr>
            <p:ph type="subTitle"/>
          </p:nvPr>
        </p:nvSpPr>
        <p:spPr bwMode="auto">
          <a:xfrm>
            <a:off x="609480" y="273600"/>
            <a:ext cx="10972440" cy="5307840"/>
          </a:xfrm>
          <a:prstGeom prst="rect">
            <a:avLst/>
          </a:prstGeom>
        </p:spPr>
        <p:txBody>
          <a:bodyPr lIns="0" tIns="0" rIns="0" bIns="0" anchor="ctr"/>
          <a:lstStyle/>
          <a:p>
            <a:pPr algn="ctr">
              <a:defRPr/>
            </a:pPr>
            <a:r>
              <a:rPr lang="uk-UA" sz="3200" b="0" strike="noStrike" spc="-1">
                <a:latin typeface="Arial"/>
              </a:rPr>
              <a:t>Клацніть, щоб редагувати стиль зразка підзаголовка</a:t>
            </a:r>
            <a:endParaRPr lang="en-US" sz="3200" b="0" strike="noStrike" spc="-1">
              <a:latin typeface="Arial"/>
            </a:endParaRPr>
          </a:p>
        </p:txBody>
      </p:sp>
    </p:spTree>
    <p:extLst>
      <p:ext uri="{BB962C8B-B14F-4D97-AF65-F5344CB8AC3E}">
        <p14:creationId xmlns:p14="http://schemas.microsoft.com/office/powerpoint/2010/main" val="19201037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type="twoObjAndObj" preserve="1">
  <p:cSld name="Заголовок, два маленьких об'єкти та великий об'єкт">
    <p:spTree>
      <p:nvGrpSpPr>
        <p:cNvPr id="1" name=""/>
        <p:cNvGrpSpPr/>
        <p:nvPr/>
      </p:nvGrpSpPr>
      <p:grpSpPr bwMode="auto">
        <a:xfrm>
          <a:off x="0" y="0"/>
          <a:ext cx="0" cy="0"/>
          <a:chOff x="0" y="0"/>
          <a:chExt cx="0" cy="0"/>
        </a:xfrm>
      </p:grpSpPr>
      <p:sp>
        <p:nvSpPr>
          <p:cNvPr id="4" name="PlaceHolder 1"/>
          <p:cNvSpPr>
            <a:spLocks noGrp="1"/>
          </p:cNvSpPr>
          <p:nvPr>
            <p:ph type="title"/>
          </p:nvPr>
        </p:nvSpPr>
        <p:spPr bwMode="auto">
          <a:xfrm>
            <a:off x="609480" y="273600"/>
            <a:ext cx="10972440" cy="1144800"/>
          </a:xfrm>
          <a:prstGeom prst="rect">
            <a:avLst/>
          </a:prstGeom>
        </p:spPr>
        <p:txBody>
          <a:bodyPr lIns="0" tIns="0" rIns="0" bIns="0" anchor="ctr"/>
          <a:lstStyle/>
          <a:p>
            <a:pPr algn="ctr">
              <a:defRPr/>
            </a:pPr>
            <a:r>
              <a:rPr lang="uk-UA" sz="4400" b="0" strike="noStrike" spc="-1">
                <a:latin typeface="Arial"/>
              </a:rPr>
              <a:t>Клацніть, щоб редагувати стиль зразка заголовка</a:t>
            </a:r>
            <a:endParaRPr lang="en-US" sz="4400" b="0" strike="noStrike" spc="-1">
              <a:latin typeface="Arial"/>
            </a:endParaRPr>
          </a:p>
        </p:txBody>
      </p:sp>
      <p:sp>
        <p:nvSpPr>
          <p:cNvPr id="5" name="PlaceHolder 2"/>
          <p:cNvSpPr>
            <a:spLocks noGrp="1"/>
          </p:cNvSpPr>
          <p:nvPr>
            <p:ph type="body"/>
          </p:nvPr>
        </p:nvSpPr>
        <p:spPr bwMode="auto">
          <a:xfrm>
            <a:off x="609480" y="1604520"/>
            <a:ext cx="535428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6" name="PlaceHolder 3"/>
          <p:cNvSpPr>
            <a:spLocks noGrp="1"/>
          </p:cNvSpPr>
          <p:nvPr>
            <p:ph type="body"/>
          </p:nvPr>
        </p:nvSpPr>
        <p:spPr bwMode="auto">
          <a:xfrm>
            <a:off x="6231960" y="1604520"/>
            <a:ext cx="5354280" cy="397728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7" name="PlaceHolder 4"/>
          <p:cNvSpPr>
            <a:spLocks noGrp="1"/>
          </p:cNvSpPr>
          <p:nvPr>
            <p:ph type="body"/>
          </p:nvPr>
        </p:nvSpPr>
        <p:spPr bwMode="auto">
          <a:xfrm>
            <a:off x="609480" y="3682080"/>
            <a:ext cx="535428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Tree>
    <p:extLst>
      <p:ext uri="{BB962C8B-B14F-4D97-AF65-F5344CB8AC3E}">
        <p14:creationId xmlns:p14="http://schemas.microsoft.com/office/powerpoint/2010/main" val="20766560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PhAnim="0" type="objAndTwoObj" preserve="1">
  <p:cSld name="Title Content and 2 Content">
    <p:spTree>
      <p:nvGrpSpPr>
        <p:cNvPr id="1" name=""/>
        <p:cNvGrpSpPr/>
        <p:nvPr/>
      </p:nvGrpSpPr>
      <p:grpSpPr bwMode="auto">
        <a:xfrm>
          <a:off x="0" y="0"/>
          <a:ext cx="0" cy="0"/>
          <a:chOff x="0" y="0"/>
          <a:chExt cx="0" cy="0"/>
        </a:xfrm>
      </p:grpSpPr>
      <p:sp>
        <p:nvSpPr>
          <p:cNvPr id="4" name="PlaceHolder 1"/>
          <p:cNvSpPr>
            <a:spLocks noGrp="1"/>
          </p:cNvSpPr>
          <p:nvPr>
            <p:ph type="title"/>
          </p:nvPr>
        </p:nvSpPr>
        <p:spPr bwMode="auto">
          <a:xfrm>
            <a:off x="609480" y="273600"/>
            <a:ext cx="10972440" cy="1144800"/>
          </a:xfrm>
          <a:prstGeom prst="rect">
            <a:avLst/>
          </a:prstGeom>
        </p:spPr>
        <p:txBody>
          <a:bodyPr lIns="0" tIns="0" rIns="0" bIns="0" anchor="ctr"/>
          <a:lstStyle/>
          <a:p>
            <a:pPr algn="ctr">
              <a:defRPr/>
            </a:pPr>
            <a:r>
              <a:rPr lang="uk-UA" sz="4400" b="0" strike="noStrike" spc="-1">
                <a:latin typeface="Arial"/>
              </a:rPr>
              <a:t>Клацніть, щоб редагувати стиль зразка заголовка</a:t>
            </a:r>
            <a:endParaRPr lang="en-US" sz="4400" b="0" strike="noStrike" spc="-1">
              <a:latin typeface="Arial"/>
            </a:endParaRPr>
          </a:p>
        </p:txBody>
      </p:sp>
      <p:sp>
        <p:nvSpPr>
          <p:cNvPr id="5" name="PlaceHolder 2"/>
          <p:cNvSpPr>
            <a:spLocks noGrp="1"/>
          </p:cNvSpPr>
          <p:nvPr>
            <p:ph type="body"/>
          </p:nvPr>
        </p:nvSpPr>
        <p:spPr bwMode="auto">
          <a:xfrm>
            <a:off x="609480" y="1604520"/>
            <a:ext cx="5354280" cy="397728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6" name="PlaceHolder 3"/>
          <p:cNvSpPr>
            <a:spLocks noGrp="1"/>
          </p:cNvSpPr>
          <p:nvPr>
            <p:ph type="body"/>
          </p:nvPr>
        </p:nvSpPr>
        <p:spPr bwMode="auto">
          <a:xfrm>
            <a:off x="6231960" y="1604520"/>
            <a:ext cx="535428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7" name="PlaceHolder 4"/>
          <p:cNvSpPr>
            <a:spLocks noGrp="1"/>
          </p:cNvSpPr>
          <p:nvPr>
            <p:ph type="body"/>
          </p:nvPr>
        </p:nvSpPr>
        <p:spPr bwMode="auto">
          <a:xfrm>
            <a:off x="6231960" y="3682080"/>
            <a:ext cx="535428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Tree>
    <p:extLst>
      <p:ext uri="{BB962C8B-B14F-4D97-AF65-F5344CB8AC3E}">
        <p14:creationId xmlns:p14="http://schemas.microsoft.com/office/powerpoint/2010/main" val="170894717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PhAnim="0" type="twoObjOverTx" preserve="1">
  <p:cSld name="Title, 2 Content over Content">
    <p:spTree>
      <p:nvGrpSpPr>
        <p:cNvPr id="1" name=""/>
        <p:cNvGrpSpPr/>
        <p:nvPr/>
      </p:nvGrpSpPr>
      <p:grpSpPr bwMode="auto">
        <a:xfrm>
          <a:off x="0" y="0"/>
          <a:ext cx="0" cy="0"/>
          <a:chOff x="0" y="0"/>
          <a:chExt cx="0" cy="0"/>
        </a:xfrm>
      </p:grpSpPr>
      <p:sp>
        <p:nvSpPr>
          <p:cNvPr id="4" name="PlaceHolder 1"/>
          <p:cNvSpPr>
            <a:spLocks noGrp="1"/>
          </p:cNvSpPr>
          <p:nvPr>
            <p:ph type="title"/>
          </p:nvPr>
        </p:nvSpPr>
        <p:spPr bwMode="auto">
          <a:xfrm>
            <a:off x="609480" y="273600"/>
            <a:ext cx="10972440" cy="1144800"/>
          </a:xfrm>
          <a:prstGeom prst="rect">
            <a:avLst/>
          </a:prstGeom>
        </p:spPr>
        <p:txBody>
          <a:bodyPr lIns="0" tIns="0" rIns="0" bIns="0" anchor="ctr"/>
          <a:lstStyle/>
          <a:p>
            <a:pPr algn="ctr">
              <a:defRPr/>
            </a:pPr>
            <a:r>
              <a:rPr lang="uk-UA" sz="4400" b="0" strike="noStrike" spc="-1">
                <a:latin typeface="Arial"/>
              </a:rPr>
              <a:t>Клацніть, щоб редагувати стиль зразка заголовка</a:t>
            </a:r>
            <a:endParaRPr lang="en-US" sz="4400" b="0" strike="noStrike" spc="-1">
              <a:latin typeface="Arial"/>
            </a:endParaRPr>
          </a:p>
        </p:txBody>
      </p:sp>
      <p:sp>
        <p:nvSpPr>
          <p:cNvPr id="5" name="PlaceHolder 2"/>
          <p:cNvSpPr>
            <a:spLocks noGrp="1"/>
          </p:cNvSpPr>
          <p:nvPr>
            <p:ph type="body"/>
          </p:nvPr>
        </p:nvSpPr>
        <p:spPr bwMode="auto">
          <a:xfrm>
            <a:off x="609480" y="1604520"/>
            <a:ext cx="535428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6" name="PlaceHolder 3"/>
          <p:cNvSpPr>
            <a:spLocks noGrp="1"/>
          </p:cNvSpPr>
          <p:nvPr>
            <p:ph type="body"/>
          </p:nvPr>
        </p:nvSpPr>
        <p:spPr bwMode="auto">
          <a:xfrm>
            <a:off x="6231960" y="1604520"/>
            <a:ext cx="535428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7" name="PlaceHolder 4"/>
          <p:cNvSpPr>
            <a:spLocks noGrp="1"/>
          </p:cNvSpPr>
          <p:nvPr>
            <p:ph type="body"/>
          </p:nvPr>
        </p:nvSpPr>
        <p:spPr bwMode="auto">
          <a:xfrm>
            <a:off x="609480" y="3682080"/>
            <a:ext cx="1097244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Tree>
    <p:extLst>
      <p:ext uri="{BB962C8B-B14F-4D97-AF65-F5344CB8AC3E}">
        <p14:creationId xmlns:p14="http://schemas.microsoft.com/office/powerpoint/2010/main" val="3186618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PhAnim="0" type="objOverTx" preserve="1">
  <p:cSld name="Title, Content over Content">
    <p:spTree>
      <p:nvGrpSpPr>
        <p:cNvPr id="1" name=""/>
        <p:cNvGrpSpPr/>
        <p:nvPr/>
      </p:nvGrpSpPr>
      <p:grpSpPr bwMode="auto">
        <a:xfrm>
          <a:off x="0" y="0"/>
          <a:ext cx="0" cy="0"/>
          <a:chOff x="0" y="0"/>
          <a:chExt cx="0" cy="0"/>
        </a:xfrm>
      </p:grpSpPr>
      <p:sp>
        <p:nvSpPr>
          <p:cNvPr id="4" name="PlaceHolder 1"/>
          <p:cNvSpPr>
            <a:spLocks noGrp="1"/>
          </p:cNvSpPr>
          <p:nvPr>
            <p:ph type="title"/>
          </p:nvPr>
        </p:nvSpPr>
        <p:spPr bwMode="auto">
          <a:xfrm>
            <a:off x="609480" y="273600"/>
            <a:ext cx="10972440" cy="1144800"/>
          </a:xfrm>
          <a:prstGeom prst="rect">
            <a:avLst/>
          </a:prstGeom>
        </p:spPr>
        <p:txBody>
          <a:bodyPr lIns="0" tIns="0" rIns="0" bIns="0" anchor="ctr"/>
          <a:lstStyle/>
          <a:p>
            <a:pPr algn="ctr">
              <a:defRPr/>
            </a:pPr>
            <a:r>
              <a:rPr lang="uk-UA" sz="4400" b="0" strike="noStrike" spc="-1">
                <a:latin typeface="Arial"/>
              </a:rPr>
              <a:t>Клацніть, щоб редагувати стиль зразка заголовка</a:t>
            </a:r>
            <a:endParaRPr lang="en-US" sz="4400" b="0" strike="noStrike" spc="-1">
              <a:latin typeface="Arial"/>
            </a:endParaRPr>
          </a:p>
        </p:txBody>
      </p:sp>
      <p:sp>
        <p:nvSpPr>
          <p:cNvPr id="5" name="PlaceHolder 2"/>
          <p:cNvSpPr>
            <a:spLocks noGrp="1"/>
          </p:cNvSpPr>
          <p:nvPr>
            <p:ph type="body"/>
          </p:nvPr>
        </p:nvSpPr>
        <p:spPr bwMode="auto">
          <a:xfrm>
            <a:off x="609480" y="1604520"/>
            <a:ext cx="1097244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6" name="PlaceHolder 3"/>
          <p:cNvSpPr>
            <a:spLocks noGrp="1"/>
          </p:cNvSpPr>
          <p:nvPr>
            <p:ph type="body"/>
          </p:nvPr>
        </p:nvSpPr>
        <p:spPr bwMode="auto">
          <a:xfrm>
            <a:off x="609480" y="3682080"/>
            <a:ext cx="1097244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Tree>
    <p:extLst>
      <p:ext uri="{BB962C8B-B14F-4D97-AF65-F5344CB8AC3E}">
        <p14:creationId xmlns:p14="http://schemas.microsoft.com/office/powerpoint/2010/main" val="31123133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PhAnim="0" type="fourObj" preserve="1">
  <p:cSld name="Title, 4 Content">
    <p:spTree>
      <p:nvGrpSpPr>
        <p:cNvPr id="1" name=""/>
        <p:cNvGrpSpPr/>
        <p:nvPr/>
      </p:nvGrpSpPr>
      <p:grpSpPr bwMode="auto">
        <a:xfrm>
          <a:off x="0" y="0"/>
          <a:ext cx="0" cy="0"/>
          <a:chOff x="0" y="0"/>
          <a:chExt cx="0" cy="0"/>
        </a:xfrm>
      </p:grpSpPr>
      <p:sp>
        <p:nvSpPr>
          <p:cNvPr id="4" name="PlaceHolder 1"/>
          <p:cNvSpPr>
            <a:spLocks noGrp="1"/>
          </p:cNvSpPr>
          <p:nvPr>
            <p:ph type="title"/>
          </p:nvPr>
        </p:nvSpPr>
        <p:spPr bwMode="auto">
          <a:xfrm>
            <a:off x="609480" y="273600"/>
            <a:ext cx="10972440" cy="1144800"/>
          </a:xfrm>
          <a:prstGeom prst="rect">
            <a:avLst/>
          </a:prstGeom>
        </p:spPr>
        <p:txBody>
          <a:bodyPr lIns="0" tIns="0" rIns="0" bIns="0" anchor="ctr"/>
          <a:lstStyle/>
          <a:p>
            <a:pPr algn="ctr">
              <a:defRPr/>
            </a:pPr>
            <a:r>
              <a:rPr lang="uk-UA" sz="4400" b="0" strike="noStrike" spc="-1">
                <a:latin typeface="Arial"/>
              </a:rPr>
              <a:t>Клацніть, щоб редагувати стиль зразка заголовка</a:t>
            </a:r>
            <a:endParaRPr lang="en-US" sz="4400" b="0" strike="noStrike" spc="-1">
              <a:latin typeface="Arial"/>
            </a:endParaRPr>
          </a:p>
        </p:txBody>
      </p:sp>
      <p:sp>
        <p:nvSpPr>
          <p:cNvPr id="5" name="PlaceHolder 2"/>
          <p:cNvSpPr>
            <a:spLocks noGrp="1"/>
          </p:cNvSpPr>
          <p:nvPr>
            <p:ph type="body"/>
          </p:nvPr>
        </p:nvSpPr>
        <p:spPr bwMode="auto">
          <a:xfrm>
            <a:off x="609480" y="1604520"/>
            <a:ext cx="535428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6" name="PlaceHolder 3"/>
          <p:cNvSpPr>
            <a:spLocks noGrp="1"/>
          </p:cNvSpPr>
          <p:nvPr>
            <p:ph type="body"/>
          </p:nvPr>
        </p:nvSpPr>
        <p:spPr bwMode="auto">
          <a:xfrm>
            <a:off x="6231960" y="1604520"/>
            <a:ext cx="535428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7" name="PlaceHolder 4"/>
          <p:cNvSpPr>
            <a:spLocks noGrp="1"/>
          </p:cNvSpPr>
          <p:nvPr>
            <p:ph type="body"/>
          </p:nvPr>
        </p:nvSpPr>
        <p:spPr bwMode="auto">
          <a:xfrm>
            <a:off x="609480" y="3682080"/>
            <a:ext cx="535428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8" name="PlaceHolder 5"/>
          <p:cNvSpPr>
            <a:spLocks noGrp="1"/>
          </p:cNvSpPr>
          <p:nvPr>
            <p:ph type="body"/>
          </p:nvPr>
        </p:nvSpPr>
        <p:spPr bwMode="auto">
          <a:xfrm>
            <a:off x="6231960" y="3682080"/>
            <a:ext cx="535428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Tree>
    <p:extLst>
      <p:ext uri="{BB962C8B-B14F-4D97-AF65-F5344CB8AC3E}">
        <p14:creationId xmlns:p14="http://schemas.microsoft.com/office/powerpoint/2010/main" val="7557139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PhAnim="0" type="blank" preserve="1">
  <p:cSld name="Title, 6 Content">
    <p:spTree>
      <p:nvGrpSpPr>
        <p:cNvPr id="1" name=""/>
        <p:cNvGrpSpPr/>
        <p:nvPr/>
      </p:nvGrpSpPr>
      <p:grpSpPr bwMode="auto">
        <a:xfrm>
          <a:off x="0" y="0"/>
          <a:ext cx="0" cy="0"/>
          <a:chOff x="0" y="0"/>
          <a:chExt cx="0" cy="0"/>
        </a:xfrm>
      </p:grpSpPr>
      <p:sp>
        <p:nvSpPr>
          <p:cNvPr id="4" name="PlaceHolder 1"/>
          <p:cNvSpPr>
            <a:spLocks noGrp="1"/>
          </p:cNvSpPr>
          <p:nvPr>
            <p:ph type="title"/>
          </p:nvPr>
        </p:nvSpPr>
        <p:spPr bwMode="auto">
          <a:xfrm>
            <a:off x="609480" y="273600"/>
            <a:ext cx="10972440" cy="1144800"/>
          </a:xfrm>
          <a:prstGeom prst="rect">
            <a:avLst/>
          </a:prstGeom>
        </p:spPr>
        <p:txBody>
          <a:bodyPr lIns="0" tIns="0" rIns="0" bIns="0" anchor="ctr"/>
          <a:lstStyle/>
          <a:p>
            <a:pPr algn="ctr">
              <a:defRPr/>
            </a:pPr>
            <a:r>
              <a:rPr lang="uk-UA" sz="4400" b="0" strike="noStrike" spc="-1">
                <a:latin typeface="Arial"/>
              </a:rPr>
              <a:t>Клацніть, щоб редагувати стиль зразка заголовка</a:t>
            </a:r>
            <a:endParaRPr lang="en-US" sz="4400" b="0" strike="noStrike" spc="-1">
              <a:latin typeface="Arial"/>
            </a:endParaRPr>
          </a:p>
        </p:txBody>
      </p:sp>
      <p:sp>
        <p:nvSpPr>
          <p:cNvPr id="5" name="PlaceHolder 2"/>
          <p:cNvSpPr>
            <a:spLocks noGrp="1"/>
          </p:cNvSpPr>
          <p:nvPr>
            <p:ph type="body"/>
          </p:nvPr>
        </p:nvSpPr>
        <p:spPr bwMode="auto">
          <a:xfrm>
            <a:off x="609480" y="1604520"/>
            <a:ext cx="353304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6" name="PlaceHolder 3"/>
          <p:cNvSpPr>
            <a:spLocks noGrp="1"/>
          </p:cNvSpPr>
          <p:nvPr>
            <p:ph type="body"/>
          </p:nvPr>
        </p:nvSpPr>
        <p:spPr bwMode="auto">
          <a:xfrm>
            <a:off x="4319640" y="1604520"/>
            <a:ext cx="353304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7" name="PlaceHolder 4"/>
          <p:cNvSpPr>
            <a:spLocks noGrp="1"/>
          </p:cNvSpPr>
          <p:nvPr>
            <p:ph type="body"/>
          </p:nvPr>
        </p:nvSpPr>
        <p:spPr bwMode="auto">
          <a:xfrm>
            <a:off x="8029800" y="1604520"/>
            <a:ext cx="353304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8" name="PlaceHolder 5"/>
          <p:cNvSpPr>
            <a:spLocks noGrp="1"/>
          </p:cNvSpPr>
          <p:nvPr>
            <p:ph type="body"/>
          </p:nvPr>
        </p:nvSpPr>
        <p:spPr bwMode="auto">
          <a:xfrm>
            <a:off x="609480" y="3682080"/>
            <a:ext cx="353304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9" name="PlaceHolder 6"/>
          <p:cNvSpPr>
            <a:spLocks noGrp="1"/>
          </p:cNvSpPr>
          <p:nvPr>
            <p:ph type="body"/>
          </p:nvPr>
        </p:nvSpPr>
        <p:spPr bwMode="auto">
          <a:xfrm>
            <a:off x="4319640" y="3682080"/>
            <a:ext cx="353304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10" name="PlaceHolder 7"/>
          <p:cNvSpPr>
            <a:spLocks noGrp="1"/>
          </p:cNvSpPr>
          <p:nvPr>
            <p:ph type="body"/>
          </p:nvPr>
        </p:nvSpPr>
        <p:spPr bwMode="auto">
          <a:xfrm>
            <a:off x="8029800" y="3682080"/>
            <a:ext cx="353304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Tree>
    <p:extLst>
      <p:ext uri="{BB962C8B-B14F-4D97-AF65-F5344CB8AC3E}">
        <p14:creationId xmlns:p14="http://schemas.microsoft.com/office/powerpoint/2010/main" val="28490710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PhAnim="0" type="blank" preserve="1">
  <p:cSld name="Blank Slide">
    <p:spTree>
      <p:nvGrpSpPr>
        <p:cNvPr id="1" name=""/>
        <p:cNvGrpSpPr/>
        <p:nvPr/>
      </p:nvGrpSpPr>
      <p:grpSpPr bwMode="auto">
        <a:xfrm>
          <a:off x="0" y="0"/>
          <a:ext cx="0" cy="0"/>
          <a:chOff x="0" y="0"/>
          <a:chExt cx="0" cy="0"/>
        </a:xfrm>
      </p:grpSpPr>
    </p:spTree>
    <p:extLst>
      <p:ext uri="{BB962C8B-B14F-4D97-AF65-F5344CB8AC3E}">
        <p14:creationId xmlns:p14="http://schemas.microsoft.com/office/powerpoint/2010/main" val="22632868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PhAnim="0" type="tx" preserve="1">
  <p:cSld name="Титульний слайд">
    <p:spTree>
      <p:nvGrpSpPr>
        <p:cNvPr id="1" name=""/>
        <p:cNvGrpSpPr/>
        <p:nvPr/>
      </p:nvGrpSpPr>
      <p:grpSpPr bwMode="auto">
        <a:xfrm>
          <a:off x="0" y="0"/>
          <a:ext cx="0" cy="0"/>
          <a:chOff x="0" y="0"/>
          <a:chExt cx="0" cy="0"/>
        </a:xfrm>
      </p:grpSpPr>
      <p:sp>
        <p:nvSpPr>
          <p:cNvPr id="4" name="PlaceHolder 1"/>
          <p:cNvSpPr>
            <a:spLocks noGrp="1"/>
          </p:cNvSpPr>
          <p:nvPr>
            <p:ph type="title"/>
          </p:nvPr>
        </p:nvSpPr>
        <p:spPr bwMode="auto">
          <a:xfrm>
            <a:off x="609480" y="273600"/>
            <a:ext cx="10972440" cy="1144800"/>
          </a:xfrm>
          <a:prstGeom prst="rect">
            <a:avLst/>
          </a:prstGeom>
        </p:spPr>
        <p:txBody>
          <a:bodyPr lIns="0" tIns="0" rIns="0" bIns="0" anchor="ctr"/>
          <a:lstStyle/>
          <a:p>
            <a:pPr algn="ctr">
              <a:defRPr/>
            </a:pPr>
            <a:r>
              <a:rPr lang="uk-UA" sz="4400" b="0" strike="noStrike" spc="-1">
                <a:latin typeface="Arial"/>
              </a:rPr>
              <a:t>Клацніть, щоб редагувати стиль зразка заголовка</a:t>
            </a:r>
            <a:endParaRPr lang="en-US" sz="4400" b="0" strike="noStrike" spc="-1">
              <a:latin typeface="Arial"/>
            </a:endParaRPr>
          </a:p>
        </p:txBody>
      </p:sp>
      <p:sp>
        <p:nvSpPr>
          <p:cNvPr id="5" name="PlaceHolder 2"/>
          <p:cNvSpPr>
            <a:spLocks noGrp="1"/>
          </p:cNvSpPr>
          <p:nvPr>
            <p:ph type="subTitle"/>
          </p:nvPr>
        </p:nvSpPr>
        <p:spPr bwMode="auto">
          <a:xfrm>
            <a:off x="609480" y="1604520"/>
            <a:ext cx="10972440" cy="3977280"/>
          </a:xfrm>
          <a:prstGeom prst="rect">
            <a:avLst/>
          </a:prstGeom>
        </p:spPr>
        <p:txBody>
          <a:bodyPr lIns="0" tIns="0" rIns="0" bIns="0" anchor="ctr"/>
          <a:lstStyle/>
          <a:p>
            <a:pPr algn="ctr">
              <a:defRPr/>
            </a:pPr>
            <a:r>
              <a:rPr lang="uk-UA" sz="3200" b="0" strike="noStrike" spc="-1">
                <a:latin typeface="Arial"/>
              </a:rPr>
              <a:t>Клацніть, щоб редагувати стиль зразка підзаголовка</a:t>
            </a:r>
            <a:endParaRPr lang="en-US" sz="3200" b="0" strike="noStrike" spc="-1">
              <a:latin typeface="Arial"/>
            </a:endParaRPr>
          </a:p>
        </p:txBody>
      </p:sp>
    </p:spTree>
    <p:extLst>
      <p:ext uri="{BB962C8B-B14F-4D97-AF65-F5344CB8AC3E}">
        <p14:creationId xmlns:p14="http://schemas.microsoft.com/office/powerpoint/2010/main" val="16731416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PhAnim="0" type="obj" preserve="1">
  <p:cSld name="Title, Content">
    <p:spTree>
      <p:nvGrpSpPr>
        <p:cNvPr id="1" name=""/>
        <p:cNvGrpSpPr/>
        <p:nvPr/>
      </p:nvGrpSpPr>
      <p:grpSpPr bwMode="auto">
        <a:xfrm>
          <a:off x="0" y="0"/>
          <a:ext cx="0" cy="0"/>
          <a:chOff x="0" y="0"/>
          <a:chExt cx="0" cy="0"/>
        </a:xfrm>
      </p:grpSpPr>
      <p:sp>
        <p:nvSpPr>
          <p:cNvPr id="4" name="PlaceHolder 1"/>
          <p:cNvSpPr>
            <a:spLocks noGrp="1"/>
          </p:cNvSpPr>
          <p:nvPr>
            <p:ph type="title"/>
          </p:nvPr>
        </p:nvSpPr>
        <p:spPr bwMode="auto">
          <a:xfrm>
            <a:off x="609480" y="273600"/>
            <a:ext cx="10972440" cy="1144800"/>
          </a:xfrm>
          <a:prstGeom prst="rect">
            <a:avLst/>
          </a:prstGeom>
        </p:spPr>
        <p:txBody>
          <a:bodyPr lIns="0" tIns="0" rIns="0" bIns="0" anchor="ctr"/>
          <a:lstStyle/>
          <a:p>
            <a:pPr algn="ctr">
              <a:defRPr/>
            </a:pPr>
            <a:r>
              <a:rPr lang="uk-UA" sz="4400" b="0" strike="noStrike" spc="-1">
                <a:latin typeface="Arial"/>
              </a:rPr>
              <a:t>Клацніть, щоб редагувати стиль зразка заголовка</a:t>
            </a:r>
            <a:endParaRPr lang="en-US" sz="4400" b="0" strike="noStrike" spc="-1">
              <a:latin typeface="Arial"/>
            </a:endParaRPr>
          </a:p>
        </p:txBody>
      </p:sp>
      <p:sp>
        <p:nvSpPr>
          <p:cNvPr id="5" name="PlaceHolder 2"/>
          <p:cNvSpPr>
            <a:spLocks noGrp="1"/>
          </p:cNvSpPr>
          <p:nvPr>
            <p:ph type="body"/>
          </p:nvPr>
        </p:nvSpPr>
        <p:spPr bwMode="auto">
          <a:xfrm>
            <a:off x="609480" y="1604520"/>
            <a:ext cx="10972440" cy="397728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Tree>
    <p:extLst>
      <p:ext uri="{BB962C8B-B14F-4D97-AF65-F5344CB8AC3E}">
        <p14:creationId xmlns:p14="http://schemas.microsoft.com/office/powerpoint/2010/main" val="22900072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PhAnim="0" type="twoObj" preserve="1">
  <p:cSld name="Title, 2 Content">
    <p:spTree>
      <p:nvGrpSpPr>
        <p:cNvPr id="1" name=""/>
        <p:cNvGrpSpPr/>
        <p:nvPr/>
      </p:nvGrpSpPr>
      <p:grpSpPr bwMode="auto">
        <a:xfrm>
          <a:off x="0" y="0"/>
          <a:ext cx="0" cy="0"/>
          <a:chOff x="0" y="0"/>
          <a:chExt cx="0" cy="0"/>
        </a:xfrm>
      </p:grpSpPr>
      <p:sp>
        <p:nvSpPr>
          <p:cNvPr id="4" name="PlaceHolder 1"/>
          <p:cNvSpPr>
            <a:spLocks noGrp="1"/>
          </p:cNvSpPr>
          <p:nvPr>
            <p:ph type="title"/>
          </p:nvPr>
        </p:nvSpPr>
        <p:spPr bwMode="auto">
          <a:xfrm>
            <a:off x="609480" y="273600"/>
            <a:ext cx="10972440" cy="1144800"/>
          </a:xfrm>
          <a:prstGeom prst="rect">
            <a:avLst/>
          </a:prstGeom>
        </p:spPr>
        <p:txBody>
          <a:bodyPr lIns="0" tIns="0" rIns="0" bIns="0" anchor="ctr"/>
          <a:lstStyle/>
          <a:p>
            <a:pPr algn="ctr">
              <a:defRPr/>
            </a:pPr>
            <a:r>
              <a:rPr lang="uk-UA" sz="4400" b="0" strike="noStrike" spc="-1">
                <a:latin typeface="Arial"/>
              </a:rPr>
              <a:t>Клацніть, щоб редагувати стиль зразка заголовка</a:t>
            </a:r>
            <a:endParaRPr lang="en-US" sz="4400" b="0" strike="noStrike" spc="-1">
              <a:latin typeface="Arial"/>
            </a:endParaRPr>
          </a:p>
        </p:txBody>
      </p:sp>
      <p:sp>
        <p:nvSpPr>
          <p:cNvPr id="5" name="PlaceHolder 2"/>
          <p:cNvSpPr>
            <a:spLocks noGrp="1"/>
          </p:cNvSpPr>
          <p:nvPr>
            <p:ph type="body"/>
          </p:nvPr>
        </p:nvSpPr>
        <p:spPr bwMode="auto">
          <a:xfrm>
            <a:off x="609480" y="1604520"/>
            <a:ext cx="5354280" cy="397728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6" name="PlaceHolder 3"/>
          <p:cNvSpPr>
            <a:spLocks noGrp="1"/>
          </p:cNvSpPr>
          <p:nvPr>
            <p:ph type="body"/>
          </p:nvPr>
        </p:nvSpPr>
        <p:spPr bwMode="auto">
          <a:xfrm>
            <a:off x="6231960" y="1604520"/>
            <a:ext cx="5354280" cy="397728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Tree>
    <p:extLst>
      <p:ext uri="{BB962C8B-B14F-4D97-AF65-F5344CB8AC3E}">
        <p14:creationId xmlns:p14="http://schemas.microsoft.com/office/powerpoint/2010/main" val="204678329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PhAnim="0" type="titleOnly" preserve="1">
  <p:cSld name="Лише заголовок">
    <p:spTree>
      <p:nvGrpSpPr>
        <p:cNvPr id="1" name=""/>
        <p:cNvGrpSpPr/>
        <p:nvPr/>
      </p:nvGrpSpPr>
      <p:grpSpPr bwMode="auto">
        <a:xfrm>
          <a:off x="0" y="0"/>
          <a:ext cx="0" cy="0"/>
          <a:chOff x="0" y="0"/>
          <a:chExt cx="0" cy="0"/>
        </a:xfrm>
      </p:grpSpPr>
      <p:sp>
        <p:nvSpPr>
          <p:cNvPr id="4" name="PlaceHolder 1"/>
          <p:cNvSpPr>
            <a:spLocks noGrp="1"/>
          </p:cNvSpPr>
          <p:nvPr>
            <p:ph type="title"/>
          </p:nvPr>
        </p:nvSpPr>
        <p:spPr bwMode="auto">
          <a:xfrm>
            <a:off x="609480" y="273600"/>
            <a:ext cx="10972440" cy="1144800"/>
          </a:xfrm>
          <a:prstGeom prst="rect">
            <a:avLst/>
          </a:prstGeom>
        </p:spPr>
        <p:txBody>
          <a:bodyPr lIns="0" tIns="0" rIns="0" bIns="0" anchor="ctr"/>
          <a:lstStyle/>
          <a:p>
            <a:pPr algn="ctr">
              <a:defRPr/>
            </a:pPr>
            <a:r>
              <a:rPr lang="uk-UA" sz="4400" b="0" strike="noStrike" spc="-1">
                <a:latin typeface="Arial"/>
              </a:rPr>
              <a:t>Клацніть, щоб редагувати стиль зразка заголовка</a:t>
            </a:r>
            <a:endParaRPr lang="en-US" sz="4400" b="0" strike="noStrike" spc="-1">
              <a:latin typeface="Arial"/>
            </a:endParaRPr>
          </a:p>
        </p:txBody>
      </p:sp>
    </p:spTree>
    <p:extLst>
      <p:ext uri="{BB962C8B-B14F-4D97-AF65-F5344CB8AC3E}">
        <p14:creationId xmlns:p14="http://schemas.microsoft.com/office/powerpoint/2010/main" val="199246393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PhAnim="0" type="objOnly" preserve="1">
  <p:cSld name="Centered Text">
    <p:spTree>
      <p:nvGrpSpPr>
        <p:cNvPr id="1" name=""/>
        <p:cNvGrpSpPr/>
        <p:nvPr/>
      </p:nvGrpSpPr>
      <p:grpSpPr bwMode="auto">
        <a:xfrm>
          <a:off x="0" y="0"/>
          <a:ext cx="0" cy="0"/>
          <a:chOff x="0" y="0"/>
          <a:chExt cx="0" cy="0"/>
        </a:xfrm>
      </p:grpSpPr>
      <p:sp>
        <p:nvSpPr>
          <p:cNvPr id="4" name="PlaceHolder 1"/>
          <p:cNvSpPr>
            <a:spLocks noGrp="1"/>
          </p:cNvSpPr>
          <p:nvPr>
            <p:ph type="subTitle"/>
          </p:nvPr>
        </p:nvSpPr>
        <p:spPr bwMode="auto">
          <a:xfrm>
            <a:off x="609480" y="273600"/>
            <a:ext cx="10972440" cy="5307840"/>
          </a:xfrm>
          <a:prstGeom prst="rect">
            <a:avLst/>
          </a:prstGeom>
        </p:spPr>
        <p:txBody>
          <a:bodyPr lIns="0" tIns="0" rIns="0" bIns="0" anchor="ctr"/>
          <a:lstStyle/>
          <a:p>
            <a:pPr algn="ctr">
              <a:defRPr/>
            </a:pPr>
            <a:r>
              <a:rPr lang="uk-UA" sz="3200" b="0" strike="noStrike" spc="-1">
                <a:latin typeface="Arial"/>
              </a:rPr>
              <a:t>Клацніть, щоб редагувати стиль зразка підзаголовка</a:t>
            </a:r>
            <a:endParaRPr lang="en-US" sz="3200" b="0" strike="noStrike" spc="-1">
              <a:latin typeface="Arial"/>
            </a:endParaRPr>
          </a:p>
        </p:txBody>
      </p:sp>
    </p:spTree>
    <p:extLst>
      <p:ext uri="{BB962C8B-B14F-4D97-AF65-F5344CB8AC3E}">
        <p14:creationId xmlns:p14="http://schemas.microsoft.com/office/powerpoint/2010/main" val="221069033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PhAnim="0" type="twoObjAndObj" preserve="1">
  <p:cSld name="Заголовок, два маленьких об'єкти та великий об'єкт">
    <p:spTree>
      <p:nvGrpSpPr>
        <p:cNvPr id="1" name=""/>
        <p:cNvGrpSpPr/>
        <p:nvPr/>
      </p:nvGrpSpPr>
      <p:grpSpPr bwMode="auto">
        <a:xfrm>
          <a:off x="0" y="0"/>
          <a:ext cx="0" cy="0"/>
          <a:chOff x="0" y="0"/>
          <a:chExt cx="0" cy="0"/>
        </a:xfrm>
      </p:grpSpPr>
      <p:sp>
        <p:nvSpPr>
          <p:cNvPr id="4" name="PlaceHolder 1"/>
          <p:cNvSpPr>
            <a:spLocks noGrp="1"/>
          </p:cNvSpPr>
          <p:nvPr>
            <p:ph type="title"/>
          </p:nvPr>
        </p:nvSpPr>
        <p:spPr bwMode="auto">
          <a:xfrm>
            <a:off x="609480" y="273600"/>
            <a:ext cx="10972440" cy="1144800"/>
          </a:xfrm>
          <a:prstGeom prst="rect">
            <a:avLst/>
          </a:prstGeom>
        </p:spPr>
        <p:txBody>
          <a:bodyPr lIns="0" tIns="0" rIns="0" bIns="0" anchor="ctr"/>
          <a:lstStyle/>
          <a:p>
            <a:pPr algn="ctr">
              <a:defRPr/>
            </a:pPr>
            <a:r>
              <a:rPr lang="uk-UA" sz="4400" b="0" strike="noStrike" spc="-1">
                <a:latin typeface="Arial"/>
              </a:rPr>
              <a:t>Клацніть, щоб редагувати стиль зразка заголовка</a:t>
            </a:r>
            <a:endParaRPr lang="en-US" sz="4400" b="0" strike="noStrike" spc="-1">
              <a:latin typeface="Arial"/>
            </a:endParaRPr>
          </a:p>
        </p:txBody>
      </p:sp>
      <p:sp>
        <p:nvSpPr>
          <p:cNvPr id="5" name="PlaceHolder 2"/>
          <p:cNvSpPr>
            <a:spLocks noGrp="1"/>
          </p:cNvSpPr>
          <p:nvPr>
            <p:ph type="body"/>
          </p:nvPr>
        </p:nvSpPr>
        <p:spPr bwMode="auto">
          <a:xfrm>
            <a:off x="609480" y="1604520"/>
            <a:ext cx="535428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6" name="PlaceHolder 3"/>
          <p:cNvSpPr>
            <a:spLocks noGrp="1"/>
          </p:cNvSpPr>
          <p:nvPr>
            <p:ph type="body"/>
          </p:nvPr>
        </p:nvSpPr>
        <p:spPr bwMode="auto">
          <a:xfrm>
            <a:off x="6231960" y="1604520"/>
            <a:ext cx="5354280" cy="397728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7" name="PlaceHolder 4"/>
          <p:cNvSpPr>
            <a:spLocks noGrp="1"/>
          </p:cNvSpPr>
          <p:nvPr>
            <p:ph type="body"/>
          </p:nvPr>
        </p:nvSpPr>
        <p:spPr bwMode="auto">
          <a:xfrm>
            <a:off x="609480" y="3682080"/>
            <a:ext cx="535428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Tree>
    <p:extLst>
      <p:ext uri="{BB962C8B-B14F-4D97-AF65-F5344CB8AC3E}">
        <p14:creationId xmlns:p14="http://schemas.microsoft.com/office/powerpoint/2010/main" val="409585270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PhAnim="0" type="objAndTwoObj" preserve="1">
  <p:cSld name="Title Content and 2 Content">
    <p:spTree>
      <p:nvGrpSpPr>
        <p:cNvPr id="1" name=""/>
        <p:cNvGrpSpPr/>
        <p:nvPr/>
      </p:nvGrpSpPr>
      <p:grpSpPr bwMode="auto">
        <a:xfrm>
          <a:off x="0" y="0"/>
          <a:ext cx="0" cy="0"/>
          <a:chOff x="0" y="0"/>
          <a:chExt cx="0" cy="0"/>
        </a:xfrm>
      </p:grpSpPr>
      <p:sp>
        <p:nvSpPr>
          <p:cNvPr id="4" name="PlaceHolder 1"/>
          <p:cNvSpPr>
            <a:spLocks noGrp="1"/>
          </p:cNvSpPr>
          <p:nvPr>
            <p:ph type="title"/>
          </p:nvPr>
        </p:nvSpPr>
        <p:spPr bwMode="auto">
          <a:xfrm>
            <a:off x="609480" y="273600"/>
            <a:ext cx="10972440" cy="1144800"/>
          </a:xfrm>
          <a:prstGeom prst="rect">
            <a:avLst/>
          </a:prstGeom>
        </p:spPr>
        <p:txBody>
          <a:bodyPr lIns="0" tIns="0" rIns="0" bIns="0" anchor="ctr"/>
          <a:lstStyle/>
          <a:p>
            <a:pPr algn="ctr">
              <a:defRPr/>
            </a:pPr>
            <a:r>
              <a:rPr lang="uk-UA" sz="4400" b="0" strike="noStrike" spc="-1">
                <a:latin typeface="Arial"/>
              </a:rPr>
              <a:t>Клацніть, щоб редагувати стиль зразка заголовка</a:t>
            </a:r>
            <a:endParaRPr lang="en-US" sz="4400" b="0" strike="noStrike" spc="-1">
              <a:latin typeface="Arial"/>
            </a:endParaRPr>
          </a:p>
        </p:txBody>
      </p:sp>
      <p:sp>
        <p:nvSpPr>
          <p:cNvPr id="5" name="PlaceHolder 2"/>
          <p:cNvSpPr>
            <a:spLocks noGrp="1"/>
          </p:cNvSpPr>
          <p:nvPr>
            <p:ph type="body"/>
          </p:nvPr>
        </p:nvSpPr>
        <p:spPr bwMode="auto">
          <a:xfrm>
            <a:off x="609480" y="1604520"/>
            <a:ext cx="5354280" cy="397728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6" name="PlaceHolder 3"/>
          <p:cNvSpPr>
            <a:spLocks noGrp="1"/>
          </p:cNvSpPr>
          <p:nvPr>
            <p:ph type="body"/>
          </p:nvPr>
        </p:nvSpPr>
        <p:spPr bwMode="auto">
          <a:xfrm>
            <a:off x="6231960" y="1604520"/>
            <a:ext cx="535428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7" name="PlaceHolder 4"/>
          <p:cNvSpPr>
            <a:spLocks noGrp="1"/>
          </p:cNvSpPr>
          <p:nvPr>
            <p:ph type="body"/>
          </p:nvPr>
        </p:nvSpPr>
        <p:spPr bwMode="auto">
          <a:xfrm>
            <a:off x="6231960" y="3682080"/>
            <a:ext cx="535428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Tree>
    <p:extLst>
      <p:ext uri="{BB962C8B-B14F-4D97-AF65-F5344CB8AC3E}">
        <p14:creationId xmlns:p14="http://schemas.microsoft.com/office/powerpoint/2010/main" val="345528406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PhAnim="0" type="twoObjOverTx" preserve="1">
  <p:cSld name="Title, 2 Content over Content">
    <p:spTree>
      <p:nvGrpSpPr>
        <p:cNvPr id="1" name=""/>
        <p:cNvGrpSpPr/>
        <p:nvPr/>
      </p:nvGrpSpPr>
      <p:grpSpPr bwMode="auto">
        <a:xfrm>
          <a:off x="0" y="0"/>
          <a:ext cx="0" cy="0"/>
          <a:chOff x="0" y="0"/>
          <a:chExt cx="0" cy="0"/>
        </a:xfrm>
      </p:grpSpPr>
      <p:sp>
        <p:nvSpPr>
          <p:cNvPr id="4" name="PlaceHolder 1"/>
          <p:cNvSpPr>
            <a:spLocks noGrp="1"/>
          </p:cNvSpPr>
          <p:nvPr>
            <p:ph type="title"/>
          </p:nvPr>
        </p:nvSpPr>
        <p:spPr bwMode="auto">
          <a:xfrm>
            <a:off x="609480" y="273600"/>
            <a:ext cx="10972440" cy="1144800"/>
          </a:xfrm>
          <a:prstGeom prst="rect">
            <a:avLst/>
          </a:prstGeom>
        </p:spPr>
        <p:txBody>
          <a:bodyPr lIns="0" tIns="0" rIns="0" bIns="0" anchor="ctr"/>
          <a:lstStyle/>
          <a:p>
            <a:pPr algn="ctr">
              <a:defRPr/>
            </a:pPr>
            <a:r>
              <a:rPr lang="uk-UA" sz="4400" b="0" strike="noStrike" spc="-1">
                <a:latin typeface="Arial"/>
              </a:rPr>
              <a:t>Клацніть, щоб редагувати стиль зразка заголовка</a:t>
            </a:r>
            <a:endParaRPr lang="en-US" sz="4400" b="0" strike="noStrike" spc="-1">
              <a:latin typeface="Arial"/>
            </a:endParaRPr>
          </a:p>
        </p:txBody>
      </p:sp>
      <p:sp>
        <p:nvSpPr>
          <p:cNvPr id="5" name="PlaceHolder 2"/>
          <p:cNvSpPr>
            <a:spLocks noGrp="1"/>
          </p:cNvSpPr>
          <p:nvPr>
            <p:ph type="body"/>
          </p:nvPr>
        </p:nvSpPr>
        <p:spPr bwMode="auto">
          <a:xfrm>
            <a:off x="609480" y="1604520"/>
            <a:ext cx="535428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6" name="PlaceHolder 3"/>
          <p:cNvSpPr>
            <a:spLocks noGrp="1"/>
          </p:cNvSpPr>
          <p:nvPr>
            <p:ph type="body"/>
          </p:nvPr>
        </p:nvSpPr>
        <p:spPr bwMode="auto">
          <a:xfrm>
            <a:off x="6231960" y="1604520"/>
            <a:ext cx="535428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7" name="PlaceHolder 4"/>
          <p:cNvSpPr>
            <a:spLocks noGrp="1"/>
          </p:cNvSpPr>
          <p:nvPr>
            <p:ph type="body"/>
          </p:nvPr>
        </p:nvSpPr>
        <p:spPr bwMode="auto">
          <a:xfrm>
            <a:off x="609480" y="3682080"/>
            <a:ext cx="1097244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Tree>
    <p:extLst>
      <p:ext uri="{BB962C8B-B14F-4D97-AF65-F5344CB8AC3E}">
        <p14:creationId xmlns:p14="http://schemas.microsoft.com/office/powerpoint/2010/main" val="27172665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PhAnim="0" type="objOverTx" preserve="1">
  <p:cSld name="Title, Content over Content">
    <p:spTree>
      <p:nvGrpSpPr>
        <p:cNvPr id="1" name=""/>
        <p:cNvGrpSpPr/>
        <p:nvPr/>
      </p:nvGrpSpPr>
      <p:grpSpPr bwMode="auto">
        <a:xfrm>
          <a:off x="0" y="0"/>
          <a:ext cx="0" cy="0"/>
          <a:chOff x="0" y="0"/>
          <a:chExt cx="0" cy="0"/>
        </a:xfrm>
      </p:grpSpPr>
      <p:sp>
        <p:nvSpPr>
          <p:cNvPr id="4" name="PlaceHolder 1"/>
          <p:cNvSpPr>
            <a:spLocks noGrp="1"/>
          </p:cNvSpPr>
          <p:nvPr>
            <p:ph type="title"/>
          </p:nvPr>
        </p:nvSpPr>
        <p:spPr bwMode="auto">
          <a:xfrm>
            <a:off x="609480" y="273600"/>
            <a:ext cx="10972440" cy="1144800"/>
          </a:xfrm>
          <a:prstGeom prst="rect">
            <a:avLst/>
          </a:prstGeom>
        </p:spPr>
        <p:txBody>
          <a:bodyPr lIns="0" tIns="0" rIns="0" bIns="0" anchor="ctr"/>
          <a:lstStyle/>
          <a:p>
            <a:pPr algn="ctr">
              <a:defRPr/>
            </a:pPr>
            <a:r>
              <a:rPr lang="uk-UA" sz="4400" b="0" strike="noStrike" spc="-1">
                <a:latin typeface="Arial"/>
              </a:rPr>
              <a:t>Клацніть, щоб редагувати стиль зразка заголовка</a:t>
            </a:r>
            <a:endParaRPr lang="en-US" sz="4400" b="0" strike="noStrike" spc="-1">
              <a:latin typeface="Arial"/>
            </a:endParaRPr>
          </a:p>
        </p:txBody>
      </p:sp>
      <p:sp>
        <p:nvSpPr>
          <p:cNvPr id="5" name="PlaceHolder 2"/>
          <p:cNvSpPr>
            <a:spLocks noGrp="1"/>
          </p:cNvSpPr>
          <p:nvPr>
            <p:ph type="body"/>
          </p:nvPr>
        </p:nvSpPr>
        <p:spPr bwMode="auto">
          <a:xfrm>
            <a:off x="609480" y="1604520"/>
            <a:ext cx="1097244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6" name="PlaceHolder 3"/>
          <p:cNvSpPr>
            <a:spLocks noGrp="1"/>
          </p:cNvSpPr>
          <p:nvPr>
            <p:ph type="body"/>
          </p:nvPr>
        </p:nvSpPr>
        <p:spPr bwMode="auto">
          <a:xfrm>
            <a:off x="609480" y="3682080"/>
            <a:ext cx="1097244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Tree>
    <p:extLst>
      <p:ext uri="{BB962C8B-B14F-4D97-AF65-F5344CB8AC3E}">
        <p14:creationId xmlns:p14="http://schemas.microsoft.com/office/powerpoint/2010/main" val="376042443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PhAnim="0" type="fourObj" preserve="1">
  <p:cSld name="Title, 4 Content">
    <p:spTree>
      <p:nvGrpSpPr>
        <p:cNvPr id="1" name=""/>
        <p:cNvGrpSpPr/>
        <p:nvPr/>
      </p:nvGrpSpPr>
      <p:grpSpPr bwMode="auto">
        <a:xfrm>
          <a:off x="0" y="0"/>
          <a:ext cx="0" cy="0"/>
          <a:chOff x="0" y="0"/>
          <a:chExt cx="0" cy="0"/>
        </a:xfrm>
      </p:grpSpPr>
      <p:sp>
        <p:nvSpPr>
          <p:cNvPr id="4" name="PlaceHolder 1"/>
          <p:cNvSpPr>
            <a:spLocks noGrp="1"/>
          </p:cNvSpPr>
          <p:nvPr>
            <p:ph type="title"/>
          </p:nvPr>
        </p:nvSpPr>
        <p:spPr bwMode="auto">
          <a:xfrm>
            <a:off x="609480" y="273600"/>
            <a:ext cx="10972440" cy="1144800"/>
          </a:xfrm>
          <a:prstGeom prst="rect">
            <a:avLst/>
          </a:prstGeom>
        </p:spPr>
        <p:txBody>
          <a:bodyPr lIns="0" tIns="0" rIns="0" bIns="0" anchor="ctr"/>
          <a:lstStyle/>
          <a:p>
            <a:pPr algn="ctr">
              <a:defRPr/>
            </a:pPr>
            <a:r>
              <a:rPr lang="uk-UA" sz="4400" b="0" strike="noStrike" spc="-1">
                <a:latin typeface="Arial"/>
              </a:rPr>
              <a:t>Клацніть, щоб редагувати стиль зразка заголовка</a:t>
            </a:r>
            <a:endParaRPr lang="en-US" sz="4400" b="0" strike="noStrike" spc="-1">
              <a:latin typeface="Arial"/>
            </a:endParaRPr>
          </a:p>
        </p:txBody>
      </p:sp>
      <p:sp>
        <p:nvSpPr>
          <p:cNvPr id="5" name="PlaceHolder 2"/>
          <p:cNvSpPr>
            <a:spLocks noGrp="1"/>
          </p:cNvSpPr>
          <p:nvPr>
            <p:ph type="body"/>
          </p:nvPr>
        </p:nvSpPr>
        <p:spPr bwMode="auto">
          <a:xfrm>
            <a:off x="609480" y="1604520"/>
            <a:ext cx="535428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6" name="PlaceHolder 3"/>
          <p:cNvSpPr>
            <a:spLocks noGrp="1"/>
          </p:cNvSpPr>
          <p:nvPr>
            <p:ph type="body"/>
          </p:nvPr>
        </p:nvSpPr>
        <p:spPr bwMode="auto">
          <a:xfrm>
            <a:off x="6231960" y="1604520"/>
            <a:ext cx="535428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7" name="PlaceHolder 4"/>
          <p:cNvSpPr>
            <a:spLocks noGrp="1"/>
          </p:cNvSpPr>
          <p:nvPr>
            <p:ph type="body"/>
          </p:nvPr>
        </p:nvSpPr>
        <p:spPr bwMode="auto">
          <a:xfrm>
            <a:off x="609480" y="3682080"/>
            <a:ext cx="535428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8" name="PlaceHolder 5"/>
          <p:cNvSpPr>
            <a:spLocks noGrp="1"/>
          </p:cNvSpPr>
          <p:nvPr>
            <p:ph type="body"/>
          </p:nvPr>
        </p:nvSpPr>
        <p:spPr bwMode="auto">
          <a:xfrm>
            <a:off x="6231960" y="3682080"/>
            <a:ext cx="535428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Tree>
    <p:extLst>
      <p:ext uri="{BB962C8B-B14F-4D97-AF65-F5344CB8AC3E}">
        <p14:creationId xmlns:p14="http://schemas.microsoft.com/office/powerpoint/2010/main" val="404952113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PhAnim="0" type="blank" preserve="1">
  <p:cSld name="Title, 6 Content">
    <p:spTree>
      <p:nvGrpSpPr>
        <p:cNvPr id="1" name=""/>
        <p:cNvGrpSpPr/>
        <p:nvPr/>
      </p:nvGrpSpPr>
      <p:grpSpPr bwMode="auto">
        <a:xfrm>
          <a:off x="0" y="0"/>
          <a:ext cx="0" cy="0"/>
          <a:chOff x="0" y="0"/>
          <a:chExt cx="0" cy="0"/>
        </a:xfrm>
      </p:grpSpPr>
      <p:sp>
        <p:nvSpPr>
          <p:cNvPr id="4" name="PlaceHolder 1"/>
          <p:cNvSpPr>
            <a:spLocks noGrp="1"/>
          </p:cNvSpPr>
          <p:nvPr>
            <p:ph type="title"/>
          </p:nvPr>
        </p:nvSpPr>
        <p:spPr bwMode="auto">
          <a:xfrm>
            <a:off x="609480" y="273600"/>
            <a:ext cx="10972440" cy="1144800"/>
          </a:xfrm>
          <a:prstGeom prst="rect">
            <a:avLst/>
          </a:prstGeom>
        </p:spPr>
        <p:txBody>
          <a:bodyPr lIns="0" tIns="0" rIns="0" bIns="0" anchor="ctr"/>
          <a:lstStyle/>
          <a:p>
            <a:pPr algn="ctr">
              <a:defRPr/>
            </a:pPr>
            <a:r>
              <a:rPr lang="uk-UA" sz="4400" b="0" strike="noStrike" spc="-1">
                <a:latin typeface="Arial"/>
              </a:rPr>
              <a:t>Клацніть, щоб редагувати стиль зразка заголовка</a:t>
            </a:r>
            <a:endParaRPr lang="en-US" sz="4400" b="0" strike="noStrike" spc="-1">
              <a:latin typeface="Arial"/>
            </a:endParaRPr>
          </a:p>
        </p:txBody>
      </p:sp>
      <p:sp>
        <p:nvSpPr>
          <p:cNvPr id="5" name="PlaceHolder 2"/>
          <p:cNvSpPr>
            <a:spLocks noGrp="1"/>
          </p:cNvSpPr>
          <p:nvPr>
            <p:ph type="body"/>
          </p:nvPr>
        </p:nvSpPr>
        <p:spPr bwMode="auto">
          <a:xfrm>
            <a:off x="609480" y="1604520"/>
            <a:ext cx="353304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6" name="PlaceHolder 3"/>
          <p:cNvSpPr>
            <a:spLocks noGrp="1"/>
          </p:cNvSpPr>
          <p:nvPr>
            <p:ph type="body"/>
          </p:nvPr>
        </p:nvSpPr>
        <p:spPr bwMode="auto">
          <a:xfrm>
            <a:off x="4319640" y="1604520"/>
            <a:ext cx="353304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7" name="PlaceHolder 4"/>
          <p:cNvSpPr>
            <a:spLocks noGrp="1"/>
          </p:cNvSpPr>
          <p:nvPr>
            <p:ph type="body"/>
          </p:nvPr>
        </p:nvSpPr>
        <p:spPr bwMode="auto">
          <a:xfrm>
            <a:off x="8029800" y="1604520"/>
            <a:ext cx="353304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8" name="PlaceHolder 5"/>
          <p:cNvSpPr>
            <a:spLocks noGrp="1"/>
          </p:cNvSpPr>
          <p:nvPr>
            <p:ph type="body"/>
          </p:nvPr>
        </p:nvSpPr>
        <p:spPr bwMode="auto">
          <a:xfrm>
            <a:off x="609480" y="3682080"/>
            <a:ext cx="353304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9" name="PlaceHolder 6"/>
          <p:cNvSpPr>
            <a:spLocks noGrp="1"/>
          </p:cNvSpPr>
          <p:nvPr>
            <p:ph type="body"/>
          </p:nvPr>
        </p:nvSpPr>
        <p:spPr bwMode="auto">
          <a:xfrm>
            <a:off x="4319640" y="3682080"/>
            <a:ext cx="353304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
        <p:nvSpPr>
          <p:cNvPr id="10" name="PlaceHolder 7"/>
          <p:cNvSpPr>
            <a:spLocks noGrp="1"/>
          </p:cNvSpPr>
          <p:nvPr>
            <p:ph type="body"/>
          </p:nvPr>
        </p:nvSpPr>
        <p:spPr bwMode="auto">
          <a:xfrm>
            <a:off x="8029800" y="3682080"/>
            <a:ext cx="3533040" cy="1896840"/>
          </a:xfrm>
          <a:prstGeom prst="rect">
            <a:avLst/>
          </a:prstGeom>
        </p:spPr>
        <p:txBody>
          <a:bodyPr lIns="0" tIns="0" rIns="0" bIns="0">
            <a:normAutofit/>
          </a:bodyPr>
          <a:lstStyle/>
          <a:p>
            <a:pPr lvl="0">
              <a:defRPr/>
            </a:pPr>
            <a:r>
              <a:rPr lang="uk-UA" sz="3200" b="0" strike="noStrike" spc="-1">
                <a:latin typeface="Arial"/>
              </a:rPr>
              <a:t>Клацніть, щоб відредагувати стилі зразків тексту</a:t>
            </a:r>
          </a:p>
        </p:txBody>
      </p:sp>
    </p:spTree>
    <p:extLst>
      <p:ext uri="{BB962C8B-B14F-4D97-AF65-F5344CB8AC3E}">
        <p14:creationId xmlns:p14="http://schemas.microsoft.com/office/powerpoint/2010/main" val="892808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jp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1.jp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bwMode="auto">
        <a:xfrm>
          <a:off x="0" y="0"/>
          <a:ext cx="0" cy="0"/>
          <a:chOff x="0" y="0"/>
          <a:chExt cx="0" cy="0"/>
        </a:xfrm>
      </p:grpSpPr>
      <p:sp>
        <p:nvSpPr>
          <p:cNvPr id="5" name="CustomShape 1"/>
          <p:cNvSpPr/>
          <p:nvPr/>
        </p:nvSpPr>
        <p:spPr bwMode="auto">
          <a:xfrm>
            <a:off x="2973129" y="6632114"/>
            <a:ext cx="5517360" cy="273960"/>
          </a:xfrm>
          <a:prstGeom prst="rect">
            <a:avLst/>
          </a:prstGeom>
          <a:noFill/>
          <a:ln>
            <a:noFill/>
          </a:ln>
        </p:spPr>
        <p:style>
          <a:lnRef idx="0">
            <a:scrgbClr r="0" g="0" b="0"/>
          </a:lnRef>
          <a:fillRef idx="0">
            <a:scrgbClr r="0" g="0" b="0"/>
          </a:fillRef>
          <a:effectRef idx="0">
            <a:scrgbClr r="0" g="0" b="0"/>
          </a:effectRef>
          <a:fontRef idx="minor"/>
        </p:style>
      </p:sp>
      <p:pic>
        <p:nvPicPr>
          <p:cNvPr id="6" name="Bild 2"/>
          <p:cNvPicPr/>
          <p:nvPr/>
        </p:nvPicPr>
        <p:blipFill rotWithShape="1">
          <a:blip r:embed="rId14"/>
          <a:srcRect b="31838"/>
          <a:stretch/>
        </p:blipFill>
        <p:spPr bwMode="auto">
          <a:xfrm>
            <a:off x="209160" y="334800"/>
            <a:ext cx="1925640" cy="685108"/>
          </a:xfrm>
          <a:prstGeom prst="rect">
            <a:avLst/>
          </a:prstGeom>
          <a:ln>
            <a:noFill/>
          </a:ln>
        </p:spPr>
      </p:pic>
      <p:sp>
        <p:nvSpPr>
          <p:cNvPr id="7" name="CustomShape 2"/>
          <p:cNvSpPr/>
          <p:nvPr userDrawn="1"/>
        </p:nvSpPr>
        <p:spPr bwMode="auto">
          <a:xfrm>
            <a:off x="1171980" y="6359594"/>
            <a:ext cx="9522360" cy="272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1" normalizeH="0" baseline="0" noProof="0" dirty="0">
                <a:ln>
                  <a:noFill/>
                </a:ln>
                <a:solidFill>
                  <a:prstClr val="black"/>
                </a:solidFill>
                <a:effectLst/>
                <a:uLnTx/>
                <a:uFillTx/>
                <a:latin typeface="Arial"/>
              </a:rPr>
              <a:t>Embedded Systems Lab Project Team 11</a:t>
            </a:r>
          </a:p>
        </p:txBody>
      </p:sp>
      <p:sp>
        <p:nvSpPr>
          <p:cNvPr id="12" name="Footer Placeholder 11">
            <a:extLst>
              <a:ext uri="{FF2B5EF4-FFF2-40B4-BE49-F238E27FC236}">
                <a16:creationId xmlns:a16="http://schemas.microsoft.com/office/drawing/2014/main" id="{FE852032-82CC-44E6-88AA-17D6DD2053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LID4096" dirty="0"/>
          </a:p>
        </p:txBody>
      </p:sp>
      <p:sp>
        <p:nvSpPr>
          <p:cNvPr id="13" name="Slide Number Placeholder 12">
            <a:extLst>
              <a:ext uri="{FF2B5EF4-FFF2-40B4-BE49-F238E27FC236}">
                <a16:creationId xmlns:a16="http://schemas.microsoft.com/office/drawing/2014/main" id="{6F8EAEF1-65DA-475C-ABDB-BF04615563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endParaRPr lang="LID4096" dirty="0"/>
          </a:p>
        </p:txBody>
      </p:sp>
    </p:spTree>
    <p:extLst>
      <p:ext uri="{BB962C8B-B14F-4D97-AF65-F5344CB8AC3E}">
        <p14:creationId xmlns:p14="http://schemas.microsoft.com/office/powerpoint/2010/main" val="57216461"/>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bwMode="auto">
        <a:xfrm>
          <a:off x="0" y="0"/>
          <a:ext cx="0" cy="0"/>
          <a:chOff x="0" y="0"/>
          <a:chExt cx="0" cy="0"/>
        </a:xfrm>
      </p:grpSpPr>
      <p:sp>
        <p:nvSpPr>
          <p:cNvPr id="5" name="CustomShape 1"/>
          <p:cNvSpPr/>
          <p:nvPr/>
        </p:nvSpPr>
        <p:spPr bwMode="auto">
          <a:xfrm>
            <a:off x="4080960" y="6624720"/>
            <a:ext cx="5517360" cy="273960"/>
          </a:xfrm>
          <a:prstGeom prst="rect">
            <a:avLst/>
          </a:prstGeom>
          <a:noFill/>
          <a:ln>
            <a:noFill/>
          </a:ln>
        </p:spPr>
        <p:style>
          <a:lnRef idx="0">
            <a:scrgbClr r="0" g="0" b="0"/>
          </a:lnRef>
          <a:fillRef idx="0">
            <a:scrgbClr r="0" g="0" b="0"/>
          </a:fillRef>
          <a:effectRef idx="0">
            <a:scrgbClr r="0" g="0" b="0"/>
          </a:effectRef>
          <a:fontRef idx="minor"/>
        </p:style>
      </p:sp>
      <p:pic>
        <p:nvPicPr>
          <p:cNvPr id="6" name="Bild 2"/>
          <p:cNvPicPr/>
          <p:nvPr/>
        </p:nvPicPr>
        <p:blipFill rotWithShape="1">
          <a:blip r:embed="rId14"/>
          <a:srcRect b="35023"/>
          <a:stretch/>
        </p:blipFill>
        <p:spPr bwMode="auto">
          <a:xfrm>
            <a:off x="209160" y="334800"/>
            <a:ext cx="1925640" cy="685108"/>
          </a:xfrm>
          <a:prstGeom prst="rect">
            <a:avLst/>
          </a:prstGeom>
          <a:ln>
            <a:noFill/>
          </a:ln>
        </p:spPr>
      </p:pic>
    </p:spTree>
    <p:extLst>
      <p:ext uri="{BB962C8B-B14F-4D97-AF65-F5344CB8AC3E}">
        <p14:creationId xmlns:p14="http://schemas.microsoft.com/office/powerpoint/2010/main" val="327138399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bwMode="auto">
        <a:xfrm>
          <a:off x="0" y="0"/>
          <a:ext cx="0" cy="0"/>
          <a:chOff x="0" y="0"/>
          <a:chExt cx="0" cy="0"/>
        </a:xfrm>
      </p:grpSpPr>
      <p:pic>
        <p:nvPicPr>
          <p:cNvPr id="4" name="Picture 10"/>
          <p:cNvPicPr/>
          <p:nvPr/>
        </p:nvPicPr>
        <p:blipFill>
          <a:blip r:embed="rId14"/>
          <a:stretch/>
        </p:blipFill>
        <p:spPr bwMode="auto">
          <a:xfrm>
            <a:off x="10897200" y="328680"/>
            <a:ext cx="959040" cy="906480"/>
          </a:xfrm>
          <a:prstGeom prst="rect">
            <a:avLst/>
          </a:prstGeom>
          <a:ln>
            <a:noFill/>
          </a:ln>
        </p:spPr>
      </p:pic>
      <p:sp>
        <p:nvSpPr>
          <p:cNvPr id="5" name="CustomShape 1"/>
          <p:cNvSpPr/>
          <p:nvPr/>
        </p:nvSpPr>
        <p:spPr bwMode="auto">
          <a:xfrm>
            <a:off x="4080960" y="6624720"/>
            <a:ext cx="5517360" cy="273960"/>
          </a:xfrm>
          <a:prstGeom prst="rect">
            <a:avLst/>
          </a:prstGeom>
          <a:noFill/>
          <a:ln>
            <a:noFill/>
          </a:ln>
        </p:spPr>
        <p:style>
          <a:lnRef idx="0">
            <a:scrgbClr r="0" g="0" b="0"/>
          </a:lnRef>
          <a:fillRef idx="0">
            <a:scrgbClr r="0" g="0" b="0"/>
          </a:fillRef>
          <a:effectRef idx="0">
            <a:scrgbClr r="0" g="0" b="0"/>
          </a:effectRef>
          <a:fontRef idx="minor"/>
        </p:style>
      </p:sp>
      <p:pic>
        <p:nvPicPr>
          <p:cNvPr id="6" name="Bild 2"/>
          <p:cNvPicPr/>
          <p:nvPr/>
        </p:nvPicPr>
        <p:blipFill>
          <a:blip r:embed="rId15"/>
          <a:stretch/>
        </p:blipFill>
        <p:spPr bwMode="auto">
          <a:xfrm>
            <a:off x="209160" y="334800"/>
            <a:ext cx="1925640" cy="1005120"/>
          </a:xfrm>
          <a:prstGeom prst="rect">
            <a:avLst/>
          </a:prstGeom>
          <a:ln>
            <a:noFill/>
          </a:ln>
        </p:spPr>
      </p:pic>
      <p:sp>
        <p:nvSpPr>
          <p:cNvPr id="7" name="CustomShape 2"/>
          <p:cNvSpPr/>
          <p:nvPr/>
        </p:nvSpPr>
        <p:spPr bwMode="auto">
          <a:xfrm>
            <a:off x="1608480" y="6453360"/>
            <a:ext cx="9522360" cy="272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defRPr/>
            </a:pPr>
            <a:r>
              <a:rPr lang="en-US" sz="1200" b="0" strike="noStrike" spc="-1">
                <a:solidFill>
                  <a:srgbClr val="000000"/>
                </a:solidFill>
                <a:latin typeface="MetaKorrespondenz"/>
                <a:ea typeface="MS PGothic"/>
              </a:rPr>
              <a:t>Lukas Krawczyk, FH Dortmund, IDiAL Institute</a:t>
            </a:r>
            <a:endParaRPr lang="en-US" sz="1200" b="0" strike="noStrike" spc="-1">
              <a:latin typeface="Arial"/>
            </a:endParaRPr>
          </a:p>
        </p:txBody>
      </p:sp>
      <p:sp>
        <p:nvSpPr>
          <p:cNvPr id="8" name="CustomShape 3"/>
          <p:cNvSpPr/>
          <p:nvPr/>
        </p:nvSpPr>
        <p:spPr bwMode="auto">
          <a:xfrm>
            <a:off x="335520" y="6453360"/>
            <a:ext cx="1272240" cy="27252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defRPr/>
            </a:pPr>
            <a:r>
              <a:rPr lang="en-US" sz="1200" b="0" strike="noStrike" spc="-1">
                <a:solidFill>
                  <a:srgbClr val="000000"/>
                </a:solidFill>
                <a:latin typeface="MetaKorrespondenz"/>
                <a:ea typeface="MS PGothic"/>
              </a:rPr>
              <a:t>11/18/2019</a:t>
            </a:r>
            <a:endParaRPr lang="en-US" sz="1200" b="0" strike="noStrike" spc="-1">
              <a:latin typeface="Arial"/>
            </a:endParaRPr>
          </a:p>
        </p:txBody>
      </p:sp>
      <p:sp>
        <p:nvSpPr>
          <p:cNvPr id="9" name="PlaceHolder 4"/>
          <p:cNvSpPr>
            <a:spLocks noGrp="1"/>
          </p:cNvSpPr>
          <p:nvPr>
            <p:ph type="title"/>
          </p:nvPr>
        </p:nvSpPr>
        <p:spPr bwMode="auto">
          <a:xfrm>
            <a:off x="609480" y="273600"/>
            <a:ext cx="10972440" cy="1144800"/>
          </a:xfrm>
          <a:prstGeom prst="rect">
            <a:avLst/>
          </a:prstGeom>
        </p:spPr>
        <p:txBody>
          <a:bodyPr lIns="0" tIns="0" rIns="0" bIns="0" anchor="ctr"/>
          <a:lstStyle/>
          <a:p>
            <a:pPr algn="ctr">
              <a:defRPr/>
            </a:pPr>
            <a:r>
              <a:rPr lang="en-US" sz="4400" b="0" strike="noStrike" spc="-1">
                <a:latin typeface="Arial"/>
              </a:rPr>
              <a:t>Click to edit the title text format</a:t>
            </a:r>
          </a:p>
        </p:txBody>
      </p:sp>
      <p:sp>
        <p:nvSpPr>
          <p:cNvPr id="10" name="PlaceHolder 5"/>
          <p:cNvSpPr>
            <a:spLocks noGrp="1"/>
          </p:cNvSpPr>
          <p:nvPr>
            <p:ph type="body"/>
          </p:nvPr>
        </p:nvSpPr>
        <p:spPr bwMode="auto">
          <a:xfrm>
            <a:off x="609480" y="1604520"/>
            <a:ext cx="10972440" cy="3977280"/>
          </a:xfrm>
          <a:prstGeom prst="rect">
            <a:avLst/>
          </a:prstGeom>
        </p:spPr>
        <p:txBody>
          <a:bodyPr lIns="0" tIns="0" rIns="0" bIns="0">
            <a:normAutofit/>
          </a:bodyPr>
          <a:lstStyle/>
          <a:p>
            <a:pPr marL="432000" indent="-324000">
              <a:spcBef>
                <a:spcPts val="1417"/>
              </a:spcBef>
              <a:buClr>
                <a:srgbClr val="000000"/>
              </a:buClr>
              <a:buSzPct val="45000"/>
              <a:buFont typeface="Wingdings"/>
              <a:buChar char=""/>
              <a:defRPr/>
            </a:pPr>
            <a:r>
              <a:rPr lang="en-US" sz="3200" b="0" strike="noStrike" spc="-1">
                <a:latin typeface="Arial"/>
              </a:rPr>
              <a:t>Click to edit the outline text format</a:t>
            </a:r>
          </a:p>
          <a:p>
            <a:pPr marL="864000" lvl="1" indent="-324000">
              <a:spcBef>
                <a:spcPts val="1134"/>
              </a:spcBef>
              <a:buClr>
                <a:srgbClr val="000000"/>
              </a:buClr>
              <a:buSzPct val="75000"/>
              <a:buFont typeface="Symbol"/>
              <a:buChar char=""/>
              <a:defRPr/>
            </a:pPr>
            <a:r>
              <a:rPr lang="en-US" sz="2800" b="0" strike="noStrike" spc="-1">
                <a:latin typeface="Arial"/>
              </a:rPr>
              <a:t>Second Outline Level</a:t>
            </a:r>
          </a:p>
          <a:p>
            <a:pPr marL="1296000" lvl="2" indent="-288000">
              <a:spcBef>
                <a:spcPts val="850"/>
              </a:spcBef>
              <a:buClr>
                <a:srgbClr val="000000"/>
              </a:buClr>
              <a:buSzPct val="45000"/>
              <a:buFont typeface="Wingdings"/>
              <a:buChar char=""/>
              <a:defRPr/>
            </a:pPr>
            <a:r>
              <a:rPr lang="en-US" sz="2400" b="0" strike="noStrike" spc="-1">
                <a:latin typeface="Arial"/>
              </a:rPr>
              <a:t>Third Outline Level</a:t>
            </a:r>
          </a:p>
          <a:p>
            <a:pPr marL="1728000" lvl="3" indent="-216000">
              <a:spcBef>
                <a:spcPts val="567"/>
              </a:spcBef>
              <a:buClr>
                <a:srgbClr val="000000"/>
              </a:buClr>
              <a:buSzPct val="75000"/>
              <a:buFont typeface="Symbol"/>
              <a:buChar char=""/>
              <a:defRPr/>
            </a:pPr>
            <a:r>
              <a:rPr lang="en-US" sz="2000" b="0" strike="noStrike" spc="-1">
                <a:latin typeface="Arial"/>
              </a:rPr>
              <a:t>Fourth Outline Level</a:t>
            </a:r>
          </a:p>
          <a:p>
            <a:pPr marL="2160000" lvl="4" indent="-216000">
              <a:spcBef>
                <a:spcPts val="283"/>
              </a:spcBef>
              <a:buClr>
                <a:srgbClr val="000000"/>
              </a:buClr>
              <a:buSzPct val="45000"/>
              <a:buFont typeface="Wingdings"/>
              <a:buChar char=""/>
              <a:defRPr/>
            </a:pPr>
            <a:r>
              <a:rPr lang="en-US" sz="2000" b="0" strike="noStrike" spc="-1">
                <a:latin typeface="Arial"/>
              </a:rPr>
              <a:t>Fifth Outline Level</a:t>
            </a:r>
          </a:p>
          <a:p>
            <a:pPr marL="2592000" lvl="5" indent="-216000">
              <a:spcBef>
                <a:spcPts val="283"/>
              </a:spcBef>
              <a:buClr>
                <a:srgbClr val="000000"/>
              </a:buClr>
              <a:buSzPct val="45000"/>
              <a:buFont typeface="Wingdings"/>
              <a:buChar char=""/>
              <a:defRPr/>
            </a:pPr>
            <a:r>
              <a:rPr lang="en-US" sz="2000" b="0" strike="noStrike" spc="-1">
                <a:latin typeface="Arial"/>
              </a:rPr>
              <a:t>Sixth Outline Level</a:t>
            </a:r>
          </a:p>
          <a:p>
            <a:pPr marL="3024000" lvl="6" indent="-216000">
              <a:spcBef>
                <a:spcPts val="283"/>
              </a:spcBef>
              <a:buClr>
                <a:srgbClr val="000000"/>
              </a:buClr>
              <a:buSzPct val="45000"/>
              <a:buFont typeface="Wingdings"/>
              <a:buChar char=""/>
              <a:defRPr/>
            </a:pPr>
            <a:r>
              <a:rPr lang="en-US" sz="2000" b="0" strike="noStrike" spc="-1">
                <a:latin typeface="Arial"/>
              </a:rPr>
              <a:t>Seventh Outline Level</a:t>
            </a:r>
          </a:p>
        </p:txBody>
      </p:sp>
    </p:spTree>
    <p:extLst>
      <p:ext uri="{BB962C8B-B14F-4D97-AF65-F5344CB8AC3E}">
        <p14:creationId xmlns:p14="http://schemas.microsoft.com/office/powerpoint/2010/main" val="1665863003"/>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5.wmf"/><Relationship Id="rId5" Type="http://schemas.openxmlformats.org/officeDocument/2006/relationships/oleObject" Target="../embeddings/oleObject2.bin"/><Relationship Id="rId4" Type="http://schemas.openxmlformats.org/officeDocument/2006/relationships/image" Target="../media/image4.wmf"/></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 name="CustomShape 1"/>
          <p:cNvSpPr/>
          <p:nvPr/>
        </p:nvSpPr>
        <p:spPr bwMode="auto">
          <a:xfrm>
            <a:off x="2085474" y="1023620"/>
            <a:ext cx="6835301" cy="1202689"/>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defRPr/>
            </a:pPr>
            <a:endParaRPr lang="en-US" sz="2800" b="0" strike="noStrike" spc="-1" dirty="0">
              <a:latin typeface="Times New Roman" panose="02020603050405020304" pitchFamily="18" charset="0"/>
              <a:cs typeface="Times New Roman" panose="02020603050405020304" pitchFamily="18" charset="0"/>
            </a:endParaRPr>
          </a:p>
        </p:txBody>
      </p:sp>
      <p:sp>
        <p:nvSpPr>
          <p:cNvPr id="5" name="CustomShape 2"/>
          <p:cNvSpPr/>
          <p:nvPr/>
        </p:nvSpPr>
        <p:spPr bwMode="auto">
          <a:xfrm>
            <a:off x="3864783" y="645505"/>
            <a:ext cx="5182964" cy="1580804"/>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marL="343080" indent="-342360" algn="ctr">
              <a:lnSpc>
                <a:spcPct val="100000"/>
              </a:lnSpc>
              <a:defRPr/>
            </a:pPr>
            <a:r>
              <a:rPr lang="en-US" sz="2000" b="1" spc="-1" dirty="0">
                <a:solidFill>
                  <a:schemeClr val="accent1"/>
                </a:solidFill>
                <a:latin typeface="Meta Offc Pro Normal"/>
                <a:ea typeface="MS PGothic"/>
              </a:rPr>
              <a:t>Embedded Systems Lab Project</a:t>
            </a:r>
            <a:endParaRPr lang="en-US" sz="2000" b="0" strike="noStrike" spc="-1" dirty="0">
              <a:solidFill>
                <a:schemeClr val="accent1"/>
              </a:solidFill>
              <a:latin typeface="Arial"/>
            </a:endParaRPr>
          </a:p>
        </p:txBody>
      </p:sp>
      <p:sp>
        <p:nvSpPr>
          <p:cNvPr id="2" name="Прямокутник 1">
            <a:extLst>
              <a:ext uri="{FF2B5EF4-FFF2-40B4-BE49-F238E27FC236}">
                <a16:creationId xmlns:a16="http://schemas.microsoft.com/office/drawing/2014/main" id="{AEA8DF6B-5D03-43A5-B75D-DBF3D1D480EA}"/>
              </a:ext>
            </a:extLst>
          </p:cNvPr>
          <p:cNvSpPr/>
          <p:nvPr/>
        </p:nvSpPr>
        <p:spPr>
          <a:xfrm>
            <a:off x="504644" y="2226309"/>
            <a:ext cx="11093798" cy="3539430"/>
          </a:xfrm>
          <a:prstGeom prst="rect">
            <a:avLst/>
          </a:prstGeom>
        </p:spPr>
        <p:txBody>
          <a:bodyPr wrap="square">
            <a:spAutoFit/>
          </a:bodyPr>
          <a:lstStyle/>
          <a:p>
            <a:pPr indent="-342900" algn="ctr">
              <a:defRPr/>
            </a:pPr>
            <a:r>
              <a:rPr lang="en-US" sz="2800" i="1" spc="-1" dirty="0">
                <a:solidFill>
                  <a:schemeClr val="accent1">
                    <a:lumMod val="60000"/>
                    <a:lumOff val="40000"/>
                  </a:schemeClr>
                </a:solidFill>
                <a:latin typeface="Times New Roman" pitchFamily="18" charset="0"/>
                <a:ea typeface="MS PGothic"/>
                <a:cs typeface="Times New Roman" pitchFamily="18" charset="0"/>
              </a:rPr>
              <a:t>Team 11</a:t>
            </a:r>
          </a:p>
          <a:p>
            <a:pPr indent="-342900" algn="ctr">
              <a:defRPr/>
            </a:pPr>
            <a:endParaRPr lang="en-US" sz="2800" i="1" spc="-1" dirty="0">
              <a:solidFill>
                <a:schemeClr val="accent1">
                  <a:lumMod val="60000"/>
                  <a:lumOff val="40000"/>
                </a:schemeClr>
              </a:solidFill>
              <a:latin typeface="Meta Offc Pro Normal"/>
              <a:ea typeface="MS PGothic"/>
              <a:cs typeface="Times New Roman" panose="02020603050405020304" pitchFamily="18" charset="0"/>
            </a:endParaRPr>
          </a:p>
          <a:p>
            <a:pPr indent="-342900" algn="ctr">
              <a:defRPr/>
            </a:pPr>
            <a:endParaRPr lang="en-US" sz="2800" i="1" spc="-1" dirty="0">
              <a:solidFill>
                <a:schemeClr val="accent1">
                  <a:lumMod val="60000"/>
                  <a:lumOff val="40000"/>
                </a:schemeClr>
              </a:solidFill>
              <a:latin typeface="Meta Offc Pro Normal"/>
              <a:ea typeface="MS PGothic"/>
              <a:cs typeface="Times New Roman" panose="02020603050405020304" pitchFamily="18" charset="0"/>
            </a:endParaRPr>
          </a:p>
          <a:p>
            <a:pPr marL="342900" indent="-342900">
              <a:buFont typeface="Arial" panose="020B0604020202020204" pitchFamily="34" charset="0"/>
              <a:buChar char="•"/>
            </a:pPr>
            <a:r>
              <a:rPr lang="en-US" sz="2800" dirty="0">
                <a:latin typeface="Times New Roman" pitchFamily="18" charset="0"/>
                <a:cs typeface="Times New Roman" pitchFamily="18" charset="0"/>
              </a:rPr>
              <a:t>Ekaterina </a:t>
            </a:r>
            <a:r>
              <a:rPr lang="en-US" sz="2800" dirty="0" err="1">
                <a:latin typeface="Times New Roman" pitchFamily="18" charset="0"/>
                <a:cs typeface="Times New Roman" pitchFamily="18" charset="0"/>
              </a:rPr>
              <a:t>Bukharova</a:t>
            </a:r>
            <a:r>
              <a:rPr lang="en-US" sz="2800" dirty="0">
                <a:latin typeface="Times New Roman" pitchFamily="18" charset="0"/>
                <a:cs typeface="Times New Roman" pitchFamily="18" charset="0"/>
              </a:rPr>
              <a:t> – 7206936</a:t>
            </a:r>
          </a:p>
          <a:p>
            <a:pPr marL="342900" indent="-342900">
              <a:buFont typeface="Arial" panose="020B0604020202020204" pitchFamily="34" charset="0"/>
              <a:buChar char="•"/>
            </a:pPr>
            <a:endParaRPr lang="en-US" sz="2800" dirty="0">
              <a:latin typeface="Times New Roman" pitchFamily="18" charset="0"/>
              <a:cs typeface="Times New Roman" pitchFamily="18" charset="0"/>
            </a:endParaRPr>
          </a:p>
          <a:p>
            <a:pPr marL="342900" indent="-342900">
              <a:buFont typeface="Arial" panose="020B0604020202020204" pitchFamily="34" charset="0"/>
              <a:buChar char="•"/>
            </a:pPr>
            <a:r>
              <a:rPr lang="en-US" sz="2800" dirty="0">
                <a:latin typeface="Times New Roman" pitchFamily="18" charset="0"/>
                <a:cs typeface="Times New Roman" pitchFamily="18" charset="0"/>
              </a:rPr>
              <a:t>Ananya Reginald Frederick – 7207003</a:t>
            </a:r>
          </a:p>
          <a:p>
            <a:pPr marL="342900" indent="-342900">
              <a:buFont typeface="Arial" panose="020B0604020202020204" pitchFamily="34" charset="0"/>
              <a:buChar char="•"/>
            </a:pPr>
            <a:endParaRPr lang="en-US" sz="2800" dirty="0">
              <a:latin typeface="Times New Roman" pitchFamily="18" charset="0"/>
              <a:cs typeface="Times New Roman" pitchFamily="18" charset="0"/>
            </a:endParaRPr>
          </a:p>
          <a:p>
            <a:pPr marL="342900" indent="-342900">
              <a:buFont typeface="Arial" panose="020B0604020202020204" pitchFamily="34" charset="0"/>
              <a:buChar char="•"/>
            </a:pPr>
            <a:r>
              <a:rPr lang="en-US" sz="2800" dirty="0" err="1">
                <a:latin typeface="Times New Roman" pitchFamily="18" charset="0"/>
                <a:cs typeface="Times New Roman" pitchFamily="18" charset="0"/>
              </a:rPr>
              <a:t>Adwait</a:t>
            </a:r>
            <a:r>
              <a:rPr lang="en-US" sz="2800" dirty="0">
                <a:latin typeface="Times New Roman" pitchFamily="18" charset="0"/>
                <a:cs typeface="Times New Roman" pitchFamily="18" charset="0"/>
              </a:rPr>
              <a:t> Bajpai - 7206731</a:t>
            </a:r>
          </a:p>
        </p:txBody>
      </p:sp>
      <p:sp>
        <p:nvSpPr>
          <p:cNvPr id="8" name="Прямоугольник 7"/>
          <p:cNvSpPr/>
          <p:nvPr/>
        </p:nvSpPr>
        <p:spPr>
          <a:xfrm>
            <a:off x="206720" y="958158"/>
            <a:ext cx="4798337" cy="30027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Прямоугольник 8"/>
          <p:cNvSpPr/>
          <p:nvPr/>
        </p:nvSpPr>
        <p:spPr>
          <a:xfrm>
            <a:off x="359120" y="1110558"/>
            <a:ext cx="4798337" cy="30027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51708-1265-4B2A-A821-FFBC100A4811}"/>
              </a:ext>
            </a:extLst>
          </p:cNvPr>
          <p:cNvSpPr>
            <a:spLocks noGrp="1"/>
          </p:cNvSpPr>
          <p:nvPr>
            <p:ph type="title"/>
          </p:nvPr>
        </p:nvSpPr>
        <p:spPr>
          <a:xfrm>
            <a:off x="423349" y="1108294"/>
            <a:ext cx="10972440" cy="1144800"/>
          </a:xfrm>
        </p:spPr>
        <p:txBody>
          <a:bodyPr/>
          <a:lstStyle/>
          <a:p>
            <a:r>
              <a:rPr lang="en-US" sz="2800" dirty="0">
                <a:latin typeface="Times New Roman" pitchFamily="18" charset="0"/>
                <a:cs typeface="Times New Roman" pitchFamily="18" charset="0"/>
              </a:rPr>
              <a:t>Working Principle – Digital Switch</a:t>
            </a:r>
            <a:endParaRPr lang="x-none" sz="2800" dirty="0">
              <a:latin typeface="Times New Roman" pitchFamily="18" charset="0"/>
              <a:cs typeface="Times New Roman" pitchFamily="18" charset="0"/>
            </a:endParaRPr>
          </a:p>
        </p:txBody>
      </p:sp>
      <p:sp>
        <p:nvSpPr>
          <p:cNvPr id="5" name="Прямоугольник 4"/>
          <p:cNvSpPr/>
          <p:nvPr/>
        </p:nvSpPr>
        <p:spPr>
          <a:xfrm>
            <a:off x="206720" y="958158"/>
            <a:ext cx="4798337" cy="30027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4" name="TextBox 3">
            <a:extLst>
              <a:ext uri="{FF2B5EF4-FFF2-40B4-BE49-F238E27FC236}">
                <a16:creationId xmlns:a16="http://schemas.microsoft.com/office/drawing/2014/main" id="{4DECE2ED-3564-4A9B-8AB2-9D6FFDE7912D}"/>
              </a:ext>
            </a:extLst>
          </p:cNvPr>
          <p:cNvSpPr txBox="1"/>
          <p:nvPr/>
        </p:nvSpPr>
        <p:spPr>
          <a:xfrm>
            <a:off x="710214" y="2769833"/>
            <a:ext cx="10413506" cy="2308324"/>
          </a:xfrm>
          <a:prstGeom prst="rect">
            <a:avLst/>
          </a:prstGeom>
          <a:noFill/>
        </p:spPr>
        <p:txBody>
          <a:bodyPr wrap="square" rtlCol="0">
            <a:spAutoFit/>
          </a:bodyPr>
          <a:lstStyle/>
          <a:p>
            <a:r>
              <a:rPr lang="en-US" b="1" i="1" u="sng" dirty="0">
                <a:latin typeface="Times New Roman" panose="02020603050405020304" pitchFamily="18" charset="0"/>
                <a:cs typeface="Times New Roman" panose="02020603050405020304" pitchFamily="18" charset="0"/>
              </a:rPr>
              <a:t>Observation:</a:t>
            </a:r>
          </a:p>
          <a:p>
            <a:r>
              <a:rPr lang="en-US" dirty="0">
                <a:latin typeface="Times New Roman" panose="02020603050405020304" pitchFamily="18" charset="0"/>
                <a:cs typeface="Times New Roman" panose="02020603050405020304" pitchFamily="18" charset="0"/>
              </a:rPr>
              <a:t>The Digital switch gave a series of 1s when the switch was not pressed, and 0s when the switched was pressed.</a:t>
            </a:r>
          </a:p>
          <a:p>
            <a:endParaRPr lang="en-US" dirty="0">
              <a:latin typeface="Times New Roman" panose="02020603050405020304" pitchFamily="18" charset="0"/>
              <a:cs typeface="Times New Roman" panose="02020603050405020304" pitchFamily="18" charset="0"/>
            </a:endParaRPr>
          </a:p>
          <a:p>
            <a:r>
              <a:rPr lang="en-US" b="1" i="1" u="sng" dirty="0">
                <a:latin typeface="Times New Roman" panose="02020603050405020304" pitchFamily="18" charset="0"/>
                <a:cs typeface="Times New Roman" panose="02020603050405020304" pitchFamily="18" charset="0"/>
              </a:rPr>
              <a:t>Implementation:</a:t>
            </a:r>
          </a:p>
          <a:p>
            <a:r>
              <a:rPr lang="en-US" dirty="0">
                <a:latin typeface="Times New Roman" pitchFamily="18" charset="0"/>
                <a:cs typeface="Times New Roman" pitchFamily="18" charset="0"/>
              </a:rPr>
              <a:t>Create an array of size 5 for each of the Digital Sensor sensors.</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If the array is all 1’s,  then the switches are not pressed and 0’s of the switch has been pressed. </a:t>
            </a:r>
            <a:br>
              <a:rPr lang="en-US" dirty="0">
                <a:latin typeface="Times New Roman" pitchFamily="18" charset="0"/>
                <a:cs typeface="Times New Roman" pitchFamily="18" charset="0"/>
              </a:rPr>
            </a:br>
            <a:r>
              <a:rPr lang="en-US" dirty="0">
                <a:latin typeface="Times New Roman" pitchFamily="18" charset="0"/>
                <a:cs typeface="Times New Roman" pitchFamily="18" charset="0"/>
              </a:rPr>
              <a:t>This data was stored and used to avoid obstacles.</a:t>
            </a:r>
            <a:endParaRPr lang="en-US" b="1" i="1" u="sng" dirty="0">
              <a:latin typeface="Times New Roman" panose="02020603050405020304" pitchFamily="18" charset="0"/>
              <a:cs typeface="Times New Roman" panose="02020603050405020304" pitchFamily="18" charset="0"/>
            </a:endParaRPr>
          </a:p>
          <a:p>
            <a:endParaRPr lang="en-US" b="1" i="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21430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51708-1265-4B2A-A821-FFBC100A4811}"/>
              </a:ext>
            </a:extLst>
          </p:cNvPr>
          <p:cNvSpPr>
            <a:spLocks noGrp="1"/>
          </p:cNvSpPr>
          <p:nvPr>
            <p:ph type="title"/>
          </p:nvPr>
        </p:nvSpPr>
        <p:spPr>
          <a:xfrm>
            <a:off x="272429" y="958158"/>
            <a:ext cx="10972440" cy="1144800"/>
          </a:xfrm>
        </p:spPr>
        <p:txBody>
          <a:bodyPr/>
          <a:lstStyle/>
          <a:p>
            <a:r>
              <a:rPr lang="en-US" sz="2800" dirty="0">
                <a:latin typeface="Times New Roman" pitchFamily="18" charset="0"/>
                <a:cs typeface="Times New Roman" pitchFamily="18" charset="0"/>
              </a:rPr>
              <a:t>Working Principle – Distance IR Sensor  </a:t>
            </a:r>
            <a:endParaRPr lang="x-none" sz="2800" dirty="0">
              <a:latin typeface="Times New Roman" pitchFamily="18" charset="0"/>
              <a:cs typeface="Times New Roman" pitchFamily="18" charset="0"/>
            </a:endParaRPr>
          </a:p>
        </p:txBody>
      </p:sp>
      <p:sp>
        <p:nvSpPr>
          <p:cNvPr id="6" name="Прямоугольник 5"/>
          <p:cNvSpPr/>
          <p:nvPr/>
        </p:nvSpPr>
        <p:spPr>
          <a:xfrm>
            <a:off x="206720" y="958158"/>
            <a:ext cx="4798337" cy="30027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3" name="TextBox 2">
            <a:extLst>
              <a:ext uri="{FF2B5EF4-FFF2-40B4-BE49-F238E27FC236}">
                <a16:creationId xmlns:a16="http://schemas.microsoft.com/office/drawing/2014/main" id="{666ADB18-05F1-470D-8A3B-25A5C41020E3}"/>
              </a:ext>
            </a:extLst>
          </p:cNvPr>
          <p:cNvSpPr txBox="1"/>
          <p:nvPr/>
        </p:nvSpPr>
        <p:spPr>
          <a:xfrm>
            <a:off x="272429" y="2490718"/>
            <a:ext cx="11357319" cy="2585323"/>
          </a:xfrm>
          <a:prstGeom prst="rect">
            <a:avLst/>
          </a:prstGeom>
          <a:noFill/>
        </p:spPr>
        <p:txBody>
          <a:bodyPr wrap="square" rtlCol="0">
            <a:spAutoFit/>
          </a:bodyPr>
          <a:lstStyle/>
          <a:p>
            <a:r>
              <a:rPr lang="en-US" b="1" i="1" u="sng" dirty="0">
                <a:latin typeface="Times New Roman" panose="02020603050405020304" pitchFamily="18" charset="0"/>
                <a:cs typeface="Times New Roman" panose="02020603050405020304" pitchFamily="18" charset="0"/>
              </a:rPr>
              <a:t>Observation</a:t>
            </a:r>
            <a:r>
              <a:rPr lang="en-US" dirty="0"/>
              <a:t>:</a:t>
            </a:r>
          </a:p>
          <a:p>
            <a:r>
              <a:rPr lang="en-US" dirty="0">
                <a:latin typeface="Times New Roman" panose="02020603050405020304" pitchFamily="18" charset="0"/>
                <a:cs typeface="Times New Roman" panose="02020603050405020304" pitchFamily="18" charset="0"/>
              </a:rPr>
              <a:t>The</a:t>
            </a:r>
            <a:r>
              <a:rPr lang="en-US" dirty="0"/>
              <a:t> IR sensor measures the distance by bouncing Infra Red rays off the object. According to our observation the readings recorded by the IR sensor were very low if the object was far off but increased significantly with decrease in distance between them.</a:t>
            </a:r>
          </a:p>
          <a:p>
            <a:endParaRPr lang="en-US" dirty="0"/>
          </a:p>
          <a:p>
            <a:r>
              <a:rPr lang="en-US" b="1" i="1" u="sng" dirty="0">
                <a:latin typeface="Times New Roman" panose="02020603050405020304" pitchFamily="18" charset="0"/>
                <a:cs typeface="Times New Roman" panose="02020603050405020304" pitchFamily="18" charset="0"/>
              </a:rPr>
              <a:t>Implementation:</a:t>
            </a:r>
          </a:p>
          <a:p>
            <a:r>
              <a:rPr lang="en-US" dirty="0">
                <a:latin typeface="Times New Roman" panose="02020603050405020304" pitchFamily="18" charset="0"/>
                <a:cs typeface="Times New Roman" panose="02020603050405020304" pitchFamily="18" charset="0"/>
              </a:rPr>
              <a:t>Calibrate the sensor values so that we know what the reading is for </a:t>
            </a:r>
            <a:r>
              <a:rPr lang="en-US" dirty="0" err="1">
                <a:latin typeface="Times New Roman" panose="02020603050405020304" pitchFamily="18" charset="0"/>
                <a:cs typeface="Times New Roman" panose="02020603050405020304" pitchFamily="18" charset="0"/>
              </a:rPr>
              <a:t>for</a:t>
            </a:r>
            <a:r>
              <a:rPr lang="en-US" dirty="0">
                <a:latin typeface="Times New Roman" panose="02020603050405020304" pitchFamily="18" charset="0"/>
                <a:cs typeface="Times New Roman" panose="02020603050405020304" pitchFamily="18" charset="0"/>
              </a:rPr>
              <a:t> a given distance.</a:t>
            </a:r>
          </a:p>
          <a:p>
            <a:r>
              <a:rPr lang="en-US" dirty="0">
                <a:latin typeface="Times New Roman" panose="02020603050405020304" pitchFamily="18" charset="0"/>
                <a:cs typeface="Times New Roman" panose="02020603050405020304" pitchFamily="18" charset="0"/>
              </a:rPr>
              <a:t>Set a threshold value, above which the bot should change its direction.</a:t>
            </a:r>
          </a:p>
          <a:p>
            <a:r>
              <a:rPr lang="en-US" dirty="0">
                <a:latin typeface="Times New Roman" panose="02020603050405020304" pitchFamily="18" charset="0"/>
                <a:cs typeface="Times New Roman" panose="02020603050405020304" pitchFamily="18" charset="0"/>
              </a:rPr>
              <a:t>Use the 2 sensors in combination to avoid obstacles from either direction.</a:t>
            </a:r>
            <a:endParaRPr lang="LID4096"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50311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FDBFC-3F5D-4EF8-87CE-B9E8067AF446}"/>
              </a:ext>
            </a:extLst>
          </p:cNvPr>
          <p:cNvSpPr>
            <a:spLocks noGrp="1"/>
          </p:cNvSpPr>
          <p:nvPr>
            <p:ph type="title"/>
          </p:nvPr>
        </p:nvSpPr>
        <p:spPr>
          <a:xfrm>
            <a:off x="609480" y="1065320"/>
            <a:ext cx="10972440" cy="353080"/>
          </a:xfrm>
        </p:spPr>
        <p:txBody>
          <a:bodyPr/>
          <a:lstStyle/>
          <a:p>
            <a:r>
              <a:rPr lang="en-US" sz="4000" dirty="0">
                <a:latin typeface="Times New Roman" panose="02020603050405020304" pitchFamily="18" charset="0"/>
                <a:cs typeface="Times New Roman" panose="02020603050405020304" pitchFamily="18" charset="0"/>
              </a:rPr>
              <a:t>IR Sensor Calibration Graph:</a:t>
            </a:r>
            <a:endParaRPr lang="LID4096" sz="4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F509435-E858-4EDE-98C5-2BB1CE15A96B}"/>
              </a:ext>
            </a:extLst>
          </p:cNvPr>
          <p:cNvPicPr>
            <a:picLocks noChangeAspect="1"/>
          </p:cNvPicPr>
          <p:nvPr/>
        </p:nvPicPr>
        <p:blipFill>
          <a:blip r:embed="rId2"/>
          <a:stretch>
            <a:fillRect/>
          </a:stretch>
        </p:blipFill>
        <p:spPr>
          <a:xfrm>
            <a:off x="929076" y="1562469"/>
            <a:ext cx="10141378" cy="4742895"/>
          </a:xfrm>
          <a:prstGeom prst="rect">
            <a:avLst/>
          </a:prstGeom>
        </p:spPr>
      </p:pic>
    </p:spTree>
    <p:extLst>
      <p:ext uri="{BB962C8B-B14F-4D97-AF65-F5344CB8AC3E}">
        <p14:creationId xmlns:p14="http://schemas.microsoft.com/office/powerpoint/2010/main" val="2025250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51708-1265-4B2A-A821-FFBC100A4811}"/>
              </a:ext>
            </a:extLst>
          </p:cNvPr>
          <p:cNvSpPr>
            <a:spLocks noGrp="1"/>
          </p:cNvSpPr>
          <p:nvPr>
            <p:ph type="title"/>
          </p:nvPr>
        </p:nvSpPr>
        <p:spPr>
          <a:xfrm>
            <a:off x="494370" y="1258431"/>
            <a:ext cx="10972440" cy="4725119"/>
          </a:xfrm>
        </p:spPr>
        <p:txBody>
          <a:bodyPr/>
          <a:lstStyle/>
          <a:p>
            <a:r>
              <a:rPr lang="en-US" sz="2800" dirty="0">
                <a:latin typeface="Times New Roman" pitchFamily="18" charset="0"/>
                <a:cs typeface="Times New Roman" pitchFamily="18" charset="0"/>
              </a:rPr>
              <a:t>Working Principle – Target Detection IR Sensor </a:t>
            </a:r>
            <a:br>
              <a:rPr lang="en-US" sz="2800" dirty="0">
                <a:latin typeface="Times New Roman" pitchFamily="18" charset="0"/>
                <a:cs typeface="Times New Roman" pitchFamily="18" charset="0"/>
              </a:rPr>
            </a:br>
            <a:br>
              <a:rPr lang="en-US" sz="2800" dirty="0">
                <a:latin typeface="Times New Roman" pitchFamily="18" charset="0"/>
                <a:cs typeface="Times New Roman" pitchFamily="18" charset="0"/>
              </a:rPr>
            </a:br>
            <a:br>
              <a:rPr lang="en-US" sz="2800" dirty="0">
                <a:latin typeface="Times New Roman" pitchFamily="18" charset="0"/>
                <a:cs typeface="Times New Roman" pitchFamily="18" charset="0"/>
              </a:rPr>
            </a:br>
            <a:br>
              <a:rPr lang="en-US" sz="2800" dirty="0">
                <a:latin typeface="Times New Roman" pitchFamily="18" charset="0"/>
                <a:cs typeface="Times New Roman" pitchFamily="18" charset="0"/>
              </a:rPr>
            </a:br>
            <a:r>
              <a:rPr lang="en-US" sz="1800" b="1" i="1" u="sng" dirty="0">
                <a:latin typeface="Times New Roman" pitchFamily="18" charset="0"/>
                <a:cs typeface="Times New Roman" pitchFamily="18" charset="0"/>
              </a:rPr>
              <a:t>Observation:</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The transmitter is in range of the IR receiver, the SW reads the data transmitted in bursts of ‘0s’ and ‘1s’.</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When the transmitter is out of sight of the receiver, SW reads the values in bursts of ‘1s’.</a:t>
            </a:r>
            <a:br>
              <a:rPr lang="en-US" sz="1800" dirty="0">
                <a:latin typeface="Times New Roman" pitchFamily="18" charset="0"/>
                <a:cs typeface="Times New Roman" pitchFamily="18" charset="0"/>
              </a:rPr>
            </a:br>
            <a:br>
              <a:rPr lang="en-US" sz="1800" b="1" i="1" u="sng" dirty="0">
                <a:latin typeface="Times New Roman" pitchFamily="18" charset="0"/>
                <a:cs typeface="Times New Roman" pitchFamily="18" charset="0"/>
              </a:rPr>
            </a:br>
            <a:r>
              <a:rPr lang="en-US" sz="1800" b="1" i="1" u="sng" dirty="0">
                <a:latin typeface="Times New Roman" pitchFamily="18" charset="0"/>
                <a:cs typeface="Times New Roman" pitchFamily="18" charset="0"/>
              </a:rPr>
              <a:t>Implementation:</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Create an array of size 10 for each of the IR sensors.</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If the array is all 1’s,  target is out of sight. </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When the receiver is in range,  bursts of 0s and 1s are received and stored in respective arrays.</a:t>
            </a:r>
            <a:br>
              <a:rPr lang="en-US" sz="1800" dirty="0">
                <a:latin typeface="Times New Roman" pitchFamily="18" charset="0"/>
                <a:cs typeface="Times New Roman" pitchFamily="18" charset="0"/>
              </a:rPr>
            </a:br>
            <a:r>
              <a:rPr lang="en-US" sz="1800" dirty="0">
                <a:latin typeface="Times New Roman" pitchFamily="18" charset="0"/>
                <a:cs typeface="Times New Roman" pitchFamily="18" charset="0"/>
              </a:rPr>
              <a:t>How the collected data is used, is described in the below slides.</a:t>
            </a:r>
            <a:br>
              <a:rPr lang="en-US" sz="2800" dirty="0">
                <a:latin typeface="Times New Roman" pitchFamily="18" charset="0"/>
                <a:cs typeface="Times New Roman" pitchFamily="18" charset="0"/>
              </a:rPr>
            </a:br>
            <a:br>
              <a:rPr lang="en-US" sz="2800" dirty="0">
                <a:latin typeface="Times New Roman" pitchFamily="18" charset="0"/>
                <a:cs typeface="Times New Roman" pitchFamily="18" charset="0"/>
              </a:rPr>
            </a:br>
            <a:endParaRPr lang="x-none" sz="2800" dirty="0">
              <a:latin typeface="Times New Roman" pitchFamily="18" charset="0"/>
              <a:cs typeface="Times New Roman" pitchFamily="18" charset="0"/>
            </a:endParaRPr>
          </a:p>
        </p:txBody>
      </p:sp>
      <p:sp>
        <p:nvSpPr>
          <p:cNvPr id="7" name="Прямоугольник 6"/>
          <p:cNvSpPr/>
          <p:nvPr/>
        </p:nvSpPr>
        <p:spPr>
          <a:xfrm>
            <a:off x="206720" y="958158"/>
            <a:ext cx="4798337" cy="30027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15476312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51708-1265-4B2A-A821-FFBC100A4811}"/>
              </a:ext>
            </a:extLst>
          </p:cNvPr>
          <p:cNvSpPr>
            <a:spLocks noGrp="1"/>
          </p:cNvSpPr>
          <p:nvPr>
            <p:ph type="title"/>
          </p:nvPr>
        </p:nvSpPr>
        <p:spPr>
          <a:xfrm>
            <a:off x="609780" y="1395390"/>
            <a:ext cx="10972440" cy="1144800"/>
          </a:xfrm>
        </p:spPr>
        <p:txBody>
          <a:bodyPr/>
          <a:lstStyle/>
          <a:p>
            <a:r>
              <a:rPr lang="en-US" sz="2800" dirty="0">
                <a:latin typeface="Times New Roman" panose="02020603050405020304" pitchFamily="18" charset="0"/>
                <a:cs typeface="Times New Roman" panose="02020603050405020304" pitchFamily="18" charset="0"/>
              </a:rPr>
              <a:t>UML Modelling Diagrams</a:t>
            </a:r>
            <a:endParaRPr lang="x-none" sz="2800" dirty="0">
              <a:latin typeface="Times New Roman" panose="02020603050405020304" pitchFamily="18" charset="0"/>
              <a:cs typeface="Times New Roman" panose="02020603050405020304" pitchFamily="18" charset="0"/>
            </a:endParaRPr>
          </a:p>
        </p:txBody>
      </p:sp>
      <p:sp>
        <p:nvSpPr>
          <p:cNvPr id="4" name="Прямоугольник 3"/>
          <p:cNvSpPr/>
          <p:nvPr/>
        </p:nvSpPr>
        <p:spPr>
          <a:xfrm>
            <a:off x="206720" y="958158"/>
            <a:ext cx="4798337" cy="30027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graphicFrame>
        <p:nvGraphicFramePr>
          <p:cNvPr id="5" name="Object 4">
            <a:extLst>
              <a:ext uri="{FF2B5EF4-FFF2-40B4-BE49-F238E27FC236}">
                <a16:creationId xmlns:a16="http://schemas.microsoft.com/office/drawing/2014/main" id="{E3154F88-BDE7-4B8B-8902-10226096D639}"/>
              </a:ext>
            </a:extLst>
          </p:cNvPr>
          <p:cNvGraphicFramePr>
            <a:graphicFrameLocks noChangeAspect="1"/>
          </p:cNvGraphicFramePr>
          <p:nvPr>
            <p:extLst>
              <p:ext uri="{D42A27DB-BD31-4B8C-83A1-F6EECF244321}">
                <p14:modId xmlns:p14="http://schemas.microsoft.com/office/powerpoint/2010/main" val="554227828"/>
              </p:ext>
            </p:extLst>
          </p:nvPr>
        </p:nvGraphicFramePr>
        <p:xfrm>
          <a:off x="548936" y="4990966"/>
          <a:ext cx="914400" cy="792163"/>
        </p:xfrm>
        <a:graphic>
          <a:graphicData uri="http://schemas.openxmlformats.org/presentationml/2006/ole">
            <mc:AlternateContent xmlns:mc="http://schemas.openxmlformats.org/markup-compatibility/2006">
              <mc:Choice xmlns:v="urn:schemas-microsoft-com:vml" Requires="v">
                <p:oleObj spid="_x0000_s2071" name="PDF" showAsIcon="1" r:id="rId3" imgW="914400" imgH="792360" progId="FoxitReader.Document">
                  <p:embed/>
                </p:oleObj>
              </mc:Choice>
              <mc:Fallback>
                <p:oleObj name="PDF" showAsIcon="1" r:id="rId3" imgW="914400" imgH="792360" progId="FoxitReader.Document">
                  <p:embed/>
                  <p:pic>
                    <p:nvPicPr>
                      <p:cNvPr id="0" name=""/>
                      <p:cNvPicPr/>
                      <p:nvPr/>
                    </p:nvPicPr>
                    <p:blipFill>
                      <a:blip r:embed="rId4"/>
                      <a:stretch>
                        <a:fillRect/>
                      </a:stretch>
                    </p:blipFill>
                    <p:spPr>
                      <a:xfrm>
                        <a:off x="548936" y="4990966"/>
                        <a:ext cx="914400" cy="792163"/>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28F21C84-D8CB-4433-B728-4A0CCAEC141B}"/>
              </a:ext>
            </a:extLst>
          </p:cNvPr>
          <p:cNvGraphicFramePr>
            <a:graphicFrameLocks noChangeAspect="1"/>
          </p:cNvGraphicFramePr>
          <p:nvPr>
            <p:extLst>
              <p:ext uri="{D42A27DB-BD31-4B8C-83A1-F6EECF244321}">
                <p14:modId xmlns:p14="http://schemas.microsoft.com/office/powerpoint/2010/main" val="1968293697"/>
              </p:ext>
            </p:extLst>
          </p:nvPr>
        </p:nvGraphicFramePr>
        <p:xfrm>
          <a:off x="548936" y="2620830"/>
          <a:ext cx="914400" cy="792163"/>
        </p:xfrm>
        <a:graphic>
          <a:graphicData uri="http://schemas.openxmlformats.org/presentationml/2006/ole">
            <mc:AlternateContent xmlns:mc="http://schemas.openxmlformats.org/markup-compatibility/2006">
              <mc:Choice xmlns:v="urn:schemas-microsoft-com:vml" Requires="v">
                <p:oleObj spid="_x0000_s2072" name="PDF" showAsIcon="1" r:id="rId5" imgW="914400" imgH="792360" progId="FoxitReader.Document">
                  <p:embed/>
                </p:oleObj>
              </mc:Choice>
              <mc:Fallback>
                <p:oleObj name="PDF" showAsIcon="1" r:id="rId5" imgW="914400" imgH="792360" progId="FoxitReader.Document">
                  <p:embed/>
                  <p:pic>
                    <p:nvPicPr>
                      <p:cNvPr id="0" name=""/>
                      <p:cNvPicPr/>
                      <p:nvPr/>
                    </p:nvPicPr>
                    <p:blipFill>
                      <a:blip r:embed="rId6"/>
                      <a:stretch>
                        <a:fillRect/>
                      </a:stretch>
                    </p:blipFill>
                    <p:spPr>
                      <a:xfrm>
                        <a:off x="548936" y="2620830"/>
                        <a:ext cx="914400" cy="792163"/>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05464D40-37A5-47EE-8744-0CC0D94DD3A2}"/>
              </a:ext>
            </a:extLst>
          </p:cNvPr>
          <p:cNvGraphicFramePr>
            <a:graphicFrameLocks noChangeAspect="1"/>
          </p:cNvGraphicFramePr>
          <p:nvPr>
            <p:extLst>
              <p:ext uri="{D42A27DB-BD31-4B8C-83A1-F6EECF244321}">
                <p14:modId xmlns:p14="http://schemas.microsoft.com/office/powerpoint/2010/main" val="1509183346"/>
              </p:ext>
            </p:extLst>
          </p:nvPr>
        </p:nvGraphicFramePr>
        <p:xfrm>
          <a:off x="548936" y="3805898"/>
          <a:ext cx="914400" cy="792163"/>
        </p:xfrm>
        <a:graphic>
          <a:graphicData uri="http://schemas.openxmlformats.org/presentationml/2006/ole">
            <mc:AlternateContent xmlns:mc="http://schemas.openxmlformats.org/markup-compatibility/2006">
              <mc:Choice xmlns:v="urn:schemas-microsoft-com:vml" Requires="v">
                <p:oleObj spid="_x0000_s2073" name="PDF" showAsIcon="1" r:id="rId7" imgW="914400" imgH="792360" progId="FoxitReader.Document">
                  <p:embed/>
                </p:oleObj>
              </mc:Choice>
              <mc:Fallback>
                <p:oleObj name="PDF" showAsIcon="1" r:id="rId7" imgW="914400" imgH="792360" progId="FoxitReader.Document">
                  <p:embed/>
                  <p:pic>
                    <p:nvPicPr>
                      <p:cNvPr id="0" name=""/>
                      <p:cNvPicPr/>
                      <p:nvPr/>
                    </p:nvPicPr>
                    <p:blipFill>
                      <a:blip r:embed="rId8"/>
                      <a:stretch>
                        <a:fillRect/>
                      </a:stretch>
                    </p:blipFill>
                    <p:spPr>
                      <a:xfrm>
                        <a:off x="548936" y="3805898"/>
                        <a:ext cx="914400" cy="792163"/>
                      </a:xfrm>
                      <a:prstGeom prst="rect">
                        <a:avLst/>
                      </a:prstGeom>
                    </p:spPr>
                  </p:pic>
                </p:oleObj>
              </mc:Fallback>
            </mc:AlternateContent>
          </a:graphicData>
        </a:graphic>
      </p:graphicFrame>
      <p:sp>
        <p:nvSpPr>
          <p:cNvPr id="8" name="TextBox 7">
            <a:extLst>
              <a:ext uri="{FF2B5EF4-FFF2-40B4-BE49-F238E27FC236}">
                <a16:creationId xmlns:a16="http://schemas.microsoft.com/office/drawing/2014/main" id="{6D4DD178-56EA-44F0-8F8D-0EF6B15060BE}"/>
              </a:ext>
            </a:extLst>
          </p:cNvPr>
          <p:cNvSpPr txBox="1"/>
          <p:nvPr/>
        </p:nvSpPr>
        <p:spPr>
          <a:xfrm>
            <a:off x="2219417" y="2766398"/>
            <a:ext cx="2343705" cy="369332"/>
          </a:xfrm>
          <a:prstGeom prst="rect">
            <a:avLst/>
          </a:prstGeom>
          <a:noFill/>
        </p:spPr>
        <p:txBody>
          <a:bodyPr wrap="square" rtlCol="0">
            <a:spAutoFit/>
          </a:bodyPr>
          <a:lstStyle/>
          <a:p>
            <a:endParaRPr lang="LID4096" dirty="0"/>
          </a:p>
        </p:txBody>
      </p:sp>
      <p:sp>
        <p:nvSpPr>
          <p:cNvPr id="10" name="TextBox 9">
            <a:extLst>
              <a:ext uri="{FF2B5EF4-FFF2-40B4-BE49-F238E27FC236}">
                <a16:creationId xmlns:a16="http://schemas.microsoft.com/office/drawing/2014/main" id="{695DF81A-A323-4637-AB2B-7A2FAE893854}"/>
              </a:ext>
            </a:extLst>
          </p:cNvPr>
          <p:cNvSpPr txBox="1"/>
          <p:nvPr/>
        </p:nvSpPr>
        <p:spPr>
          <a:xfrm>
            <a:off x="2361460" y="2766398"/>
            <a:ext cx="2643597" cy="369332"/>
          </a:xfrm>
          <a:prstGeom prst="rect">
            <a:avLst/>
          </a:prstGeom>
          <a:noFill/>
        </p:spPr>
        <p:txBody>
          <a:bodyPr wrap="square" rtlCol="0">
            <a:spAutoFit/>
          </a:bodyPr>
          <a:lstStyle/>
          <a:p>
            <a:r>
              <a:rPr lang="en-US" dirty="0"/>
              <a:t>Sequence Diagram</a:t>
            </a:r>
            <a:endParaRPr lang="LID4096" dirty="0"/>
          </a:p>
        </p:txBody>
      </p:sp>
      <p:sp>
        <p:nvSpPr>
          <p:cNvPr id="11" name="TextBox 10">
            <a:extLst>
              <a:ext uri="{FF2B5EF4-FFF2-40B4-BE49-F238E27FC236}">
                <a16:creationId xmlns:a16="http://schemas.microsoft.com/office/drawing/2014/main" id="{85957400-45D9-4070-BA4B-DDE3AA3095FB}"/>
              </a:ext>
            </a:extLst>
          </p:cNvPr>
          <p:cNvSpPr txBox="1"/>
          <p:nvPr/>
        </p:nvSpPr>
        <p:spPr>
          <a:xfrm>
            <a:off x="2432482" y="3901235"/>
            <a:ext cx="2041864" cy="369332"/>
          </a:xfrm>
          <a:prstGeom prst="rect">
            <a:avLst/>
          </a:prstGeom>
          <a:noFill/>
        </p:spPr>
        <p:txBody>
          <a:bodyPr wrap="square" rtlCol="0">
            <a:spAutoFit/>
          </a:bodyPr>
          <a:lstStyle/>
          <a:p>
            <a:r>
              <a:rPr lang="en-US" dirty="0"/>
              <a:t>State Chart</a:t>
            </a:r>
            <a:endParaRPr lang="LID4096" dirty="0"/>
          </a:p>
        </p:txBody>
      </p:sp>
      <p:sp>
        <p:nvSpPr>
          <p:cNvPr id="12" name="TextBox 11">
            <a:extLst>
              <a:ext uri="{FF2B5EF4-FFF2-40B4-BE49-F238E27FC236}">
                <a16:creationId xmlns:a16="http://schemas.microsoft.com/office/drawing/2014/main" id="{EC084EB1-8162-4B13-8D14-21541D280C5C}"/>
              </a:ext>
            </a:extLst>
          </p:cNvPr>
          <p:cNvSpPr txBox="1"/>
          <p:nvPr/>
        </p:nvSpPr>
        <p:spPr>
          <a:xfrm>
            <a:off x="2450237" y="5038505"/>
            <a:ext cx="2006353" cy="369332"/>
          </a:xfrm>
          <a:prstGeom prst="rect">
            <a:avLst/>
          </a:prstGeom>
          <a:noFill/>
        </p:spPr>
        <p:txBody>
          <a:bodyPr wrap="square" rtlCol="0">
            <a:spAutoFit/>
          </a:bodyPr>
          <a:lstStyle/>
          <a:p>
            <a:r>
              <a:rPr lang="en-US" dirty="0"/>
              <a:t>Activity Diagram</a:t>
            </a:r>
            <a:endParaRPr lang="LID4096" dirty="0"/>
          </a:p>
        </p:txBody>
      </p:sp>
    </p:spTree>
    <p:extLst>
      <p:ext uri="{BB962C8B-B14F-4D97-AF65-F5344CB8AC3E}">
        <p14:creationId xmlns:p14="http://schemas.microsoft.com/office/powerpoint/2010/main" val="37116820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51708-1265-4B2A-A821-FFBC100A4811}"/>
              </a:ext>
            </a:extLst>
          </p:cNvPr>
          <p:cNvSpPr>
            <a:spLocks noGrp="1"/>
          </p:cNvSpPr>
          <p:nvPr>
            <p:ph type="title"/>
          </p:nvPr>
        </p:nvSpPr>
        <p:spPr>
          <a:xfrm>
            <a:off x="609780" y="1395390"/>
            <a:ext cx="10972440" cy="1144800"/>
          </a:xfrm>
        </p:spPr>
        <p:txBody>
          <a:bodyPr/>
          <a:lstStyle/>
          <a:p>
            <a:r>
              <a:rPr lang="en-US" sz="2800" dirty="0">
                <a:latin typeface="Times New Roman" pitchFamily="18" charset="0"/>
                <a:cs typeface="Times New Roman" pitchFamily="18" charset="0"/>
              </a:rPr>
              <a:t>Algorithm for Target Detection</a:t>
            </a:r>
            <a:endParaRPr lang="x-none" sz="2800" dirty="0">
              <a:latin typeface="Times New Roman" pitchFamily="18" charset="0"/>
              <a:cs typeface="Times New Roman" pitchFamily="18" charset="0"/>
            </a:endParaRPr>
          </a:p>
        </p:txBody>
      </p:sp>
      <p:pic>
        <p:nvPicPr>
          <p:cNvPr id="5123" name="Picture 3" descr="https://documents.lucidchart.com/documents/fd8cd786-b911-427c-9697-a22ebc44de12/pages/m-5o7ONTd-nK?a=2442&amp;x=2351&amp;y=79&amp;w=815&amp;h=1398&amp;store=1&amp;accept=image%2F*&amp;auth=LCA%2048a1db4d18416fa939fef45f978bf2b27cece439-ts%3D1574529005"/>
          <p:cNvPicPr>
            <a:picLocks noChangeAspect="1" noChangeArrowheads="1"/>
          </p:cNvPicPr>
          <p:nvPr/>
        </p:nvPicPr>
        <p:blipFill>
          <a:blip r:embed="rId2"/>
          <a:srcRect/>
          <a:stretch>
            <a:fillRect/>
          </a:stretch>
        </p:blipFill>
        <p:spPr bwMode="auto">
          <a:xfrm>
            <a:off x="6096000" y="685799"/>
            <a:ext cx="3892989" cy="5486401"/>
          </a:xfrm>
          <a:prstGeom prst="rect">
            <a:avLst/>
          </a:prstGeom>
          <a:noFill/>
        </p:spPr>
      </p:pic>
      <p:sp>
        <p:nvSpPr>
          <p:cNvPr id="7" name="Прямоугольник 6"/>
          <p:cNvSpPr/>
          <p:nvPr/>
        </p:nvSpPr>
        <p:spPr>
          <a:xfrm>
            <a:off x="206720" y="976264"/>
            <a:ext cx="4798337" cy="30027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pic>
        <p:nvPicPr>
          <p:cNvPr id="5127" name="Picture 7" descr="https://documents.lucidchart.com/documents/fd8cd786-b911-427c-9697-a22ebc44de12/pages/m-5o7ONTd-nK?a=2758&amp;x=1744&amp;y=460&amp;w=451&amp;h=651&amp;store=1&amp;accept=image%2F*&amp;auth=LCA%20425cecffe811ada619ed023a494bdf4ab09c9129-ts%3D1574529005"/>
          <p:cNvPicPr>
            <a:picLocks noChangeAspect="1" noChangeArrowheads="1"/>
          </p:cNvPicPr>
          <p:nvPr/>
        </p:nvPicPr>
        <p:blipFill>
          <a:blip r:embed="rId3"/>
          <a:srcRect/>
          <a:stretch>
            <a:fillRect/>
          </a:stretch>
        </p:blipFill>
        <p:spPr bwMode="auto">
          <a:xfrm>
            <a:off x="1671458" y="2176047"/>
            <a:ext cx="3219450" cy="4073833"/>
          </a:xfrm>
          <a:prstGeom prst="rect">
            <a:avLst/>
          </a:prstGeom>
          <a:noFill/>
        </p:spPr>
      </p:pic>
    </p:spTree>
    <p:extLst>
      <p:ext uri="{BB962C8B-B14F-4D97-AF65-F5344CB8AC3E}">
        <p14:creationId xmlns:p14="http://schemas.microsoft.com/office/powerpoint/2010/main" val="26793127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51708-1265-4B2A-A821-FFBC100A4811}"/>
              </a:ext>
            </a:extLst>
          </p:cNvPr>
          <p:cNvSpPr>
            <a:spLocks noGrp="1"/>
          </p:cNvSpPr>
          <p:nvPr>
            <p:ph type="title"/>
          </p:nvPr>
        </p:nvSpPr>
        <p:spPr>
          <a:xfrm>
            <a:off x="873731" y="1838229"/>
            <a:ext cx="10026641" cy="3747759"/>
          </a:xfrm>
        </p:spPr>
        <p:txBody>
          <a:bodyPr/>
          <a:lstStyle/>
          <a:p>
            <a:pPr marL="571500" indent="-571500">
              <a:buFont typeface="Arial" panose="020B0604020202020204" pitchFamily="34" charset="0"/>
              <a:buChar char="•"/>
            </a:pPr>
            <a:r>
              <a:rPr lang="en-US" dirty="0"/>
              <a:t>Thank You !</a:t>
            </a:r>
            <a:br>
              <a:rPr lang="en-US" dirty="0"/>
            </a:br>
            <a:br>
              <a:rPr lang="en-US" dirty="0"/>
            </a:br>
            <a:br>
              <a:rPr lang="en-US" dirty="0"/>
            </a:br>
            <a:br>
              <a:rPr lang="en-US" dirty="0"/>
            </a:br>
            <a:endParaRPr lang="x-none" dirty="0"/>
          </a:p>
        </p:txBody>
      </p:sp>
      <p:sp>
        <p:nvSpPr>
          <p:cNvPr id="4" name="Прямоугольник 3"/>
          <p:cNvSpPr/>
          <p:nvPr/>
        </p:nvSpPr>
        <p:spPr>
          <a:xfrm>
            <a:off x="206720" y="958158"/>
            <a:ext cx="4798337" cy="30027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Tree>
    <p:extLst>
      <p:ext uri="{BB962C8B-B14F-4D97-AF65-F5344CB8AC3E}">
        <p14:creationId xmlns:p14="http://schemas.microsoft.com/office/powerpoint/2010/main" val="3126841956"/>
      </p:ext>
    </p:extLst>
  </p:cSld>
  <p:clrMapOvr>
    <a:masterClrMapping/>
  </p:clrMapOvr>
</p:sld>
</file>

<file path=ppt/theme/theme1.xml><?xml version="1.0" encoding="utf-8"?>
<a:theme xmlns:a="http://schemas.openxmlformats.org/drawingml/2006/main" name="1_Тема1">
  <a:themeElements>
    <a:clrScheme name="Офіс">
      <a:dk1>
        <a:sysClr val="windowText" lastClr="000000"/>
      </a:dk1>
      <a:lt1>
        <a:sysClr val="window" lastClr="FFFFFF"/>
      </a:lt1>
      <a:dk2>
        <a:srgbClr val="000000"/>
      </a:dk2>
      <a:lt2>
        <a:srgbClr val="CCCCCC"/>
      </a:lt2>
      <a:accent1>
        <a:srgbClr val="FF6600"/>
      </a:accent1>
      <a:accent2>
        <a:srgbClr val="FFA96F"/>
      </a:accent2>
      <a:accent3>
        <a:srgbClr val="FFFFFF"/>
      </a:accent3>
      <a:accent4>
        <a:srgbClr val="000000"/>
      </a:accent4>
      <a:accent5>
        <a:srgbClr val="FFB8AA"/>
      </a:accent5>
      <a:accent6>
        <a:srgbClr val="E79964"/>
      </a:accent6>
      <a:hlink>
        <a:srgbClr val="FF6600"/>
      </a:hlink>
      <a:folHlink>
        <a:srgbClr val="969696"/>
      </a:folHlink>
    </a:clrScheme>
    <a:fontScheme name="Офіс">
      <a:majorFont>
        <a:latin typeface="Arial"/>
        <a:ea typeface="DejaVu Sans"/>
        <a:cs typeface="DejaVu Sans"/>
      </a:majorFont>
      <a:minorFont>
        <a:latin typeface="Arial"/>
        <a:ea typeface="DejaVu Sans"/>
        <a:cs typeface="DejaVu Sans"/>
      </a:minorFont>
    </a:fontScheme>
    <a:fmtScheme name="Офіс">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extLst>
    <a:ext uri="{05A4C25C-085E-4340-85A3-A5531E510DB2}">
      <thm15:themeFamily xmlns:thm15="http://schemas.microsoft.com/office/thememl/2012/main" name="Тема1" id="{C4D9CFD0-C6E8-4B1F-B1F6-2D7C56CEB332}" vid="{19780999-8A49-462C-8774-81CEC13821B0}"/>
    </a:ext>
  </a:extLst>
</a:theme>
</file>

<file path=ppt/theme/theme2.xml><?xml version="1.0" encoding="utf-8"?>
<a:theme xmlns:a="http://schemas.openxmlformats.org/drawingml/2006/main" name="Тема1">
  <a:themeElements>
    <a:clrScheme name="Офіс">
      <a:dk1>
        <a:sysClr val="windowText" lastClr="000000"/>
      </a:dk1>
      <a:lt1>
        <a:sysClr val="window" lastClr="FFFFFF"/>
      </a:lt1>
      <a:dk2>
        <a:srgbClr val="000000"/>
      </a:dk2>
      <a:lt2>
        <a:srgbClr val="CCCCCC"/>
      </a:lt2>
      <a:accent1>
        <a:srgbClr val="FF6600"/>
      </a:accent1>
      <a:accent2>
        <a:srgbClr val="FFA96F"/>
      </a:accent2>
      <a:accent3>
        <a:srgbClr val="FFFFFF"/>
      </a:accent3>
      <a:accent4>
        <a:srgbClr val="000000"/>
      </a:accent4>
      <a:accent5>
        <a:srgbClr val="FFB8AA"/>
      </a:accent5>
      <a:accent6>
        <a:srgbClr val="E79964"/>
      </a:accent6>
      <a:hlink>
        <a:srgbClr val="FF6600"/>
      </a:hlink>
      <a:folHlink>
        <a:srgbClr val="969696"/>
      </a:folHlink>
    </a:clrScheme>
    <a:fontScheme name="Офіс">
      <a:majorFont>
        <a:latin typeface="Arial"/>
        <a:ea typeface="DejaVu Sans"/>
        <a:cs typeface="DejaVu Sans"/>
      </a:majorFont>
      <a:minorFont>
        <a:latin typeface="Arial"/>
        <a:ea typeface="DejaVu Sans"/>
        <a:cs typeface="DejaVu Sans"/>
      </a:minorFont>
    </a:fontScheme>
    <a:fmtScheme name="Офіс">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extLst>
    <a:ext uri="{05A4C25C-085E-4340-85A3-A5531E510DB2}">
      <thm15:themeFamily xmlns:thm15="http://schemas.microsoft.com/office/thememl/2012/main" name="Тема1" id="{C4D9CFD0-C6E8-4B1F-B1F6-2D7C56CEB332}" vid="{19780999-8A49-462C-8774-81CEC13821B0}"/>
    </a:ext>
  </a:extLst>
</a:theme>
</file>

<file path=ppt/theme/theme3.xml><?xml version="1.0" encoding="utf-8"?>
<a:theme xmlns:a="http://schemas.openxmlformats.org/drawingml/2006/main" name="2_Тема1">
  <a:themeElements>
    <a:clrScheme name="Офіс">
      <a:dk1>
        <a:sysClr val="windowText" lastClr="000000"/>
      </a:dk1>
      <a:lt1>
        <a:sysClr val="window" lastClr="FFFFFF"/>
      </a:lt1>
      <a:dk2>
        <a:srgbClr val="000000"/>
      </a:dk2>
      <a:lt2>
        <a:srgbClr val="CCCCCC"/>
      </a:lt2>
      <a:accent1>
        <a:srgbClr val="FF6600"/>
      </a:accent1>
      <a:accent2>
        <a:srgbClr val="FFA96F"/>
      </a:accent2>
      <a:accent3>
        <a:srgbClr val="FFFFFF"/>
      </a:accent3>
      <a:accent4>
        <a:srgbClr val="000000"/>
      </a:accent4>
      <a:accent5>
        <a:srgbClr val="FFB8AA"/>
      </a:accent5>
      <a:accent6>
        <a:srgbClr val="E79964"/>
      </a:accent6>
      <a:hlink>
        <a:srgbClr val="FF6600"/>
      </a:hlink>
      <a:folHlink>
        <a:srgbClr val="969696"/>
      </a:folHlink>
    </a:clrScheme>
    <a:fontScheme name="Офіс">
      <a:majorFont>
        <a:latin typeface="Arial"/>
        <a:ea typeface="DejaVu Sans"/>
        <a:cs typeface="DejaVu Sans"/>
      </a:majorFont>
      <a:minorFont>
        <a:latin typeface="Arial"/>
        <a:ea typeface="DejaVu Sans"/>
        <a:cs typeface="DejaVu Sans"/>
      </a:minorFont>
    </a:fontScheme>
    <a:fmtScheme name="Офіс">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extLst>
    <a:ext uri="{05A4C25C-085E-4340-85A3-A5531E510DB2}">
      <thm15:themeFamily xmlns:thm15="http://schemas.microsoft.com/office/thememl/2012/main" name="Тема1" id="{C4D9CFD0-C6E8-4B1F-B1F6-2D7C56CEB332}" vid="{19780999-8A49-462C-8774-81CEC13821B0}"/>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7326</TotalTime>
  <Words>357</Words>
  <Application>Microsoft Office PowerPoint</Application>
  <PresentationFormat>Widescreen</PresentationFormat>
  <Paragraphs>32</Paragraphs>
  <Slides>8</Slides>
  <Notes>1</Notes>
  <HiddenSlides>0</HiddenSlides>
  <MMClips>0</MMClips>
  <ScaleCrop>false</ScaleCrop>
  <HeadingPairs>
    <vt:vector size="8" baseType="variant">
      <vt:variant>
        <vt:lpstr>Fonts Used</vt:lpstr>
      </vt:variant>
      <vt:variant>
        <vt:i4>7</vt:i4>
      </vt:variant>
      <vt:variant>
        <vt:lpstr>Theme</vt:lpstr>
      </vt:variant>
      <vt:variant>
        <vt:i4>3</vt:i4>
      </vt:variant>
      <vt:variant>
        <vt:lpstr>Embedded OLE Servers</vt:lpstr>
      </vt:variant>
      <vt:variant>
        <vt:i4>2</vt:i4>
      </vt:variant>
      <vt:variant>
        <vt:lpstr>Slide Titles</vt:lpstr>
      </vt:variant>
      <vt:variant>
        <vt:i4>8</vt:i4>
      </vt:variant>
    </vt:vector>
  </HeadingPairs>
  <TitlesOfParts>
    <vt:vector size="20" baseType="lpstr">
      <vt:lpstr>Arial</vt:lpstr>
      <vt:lpstr>Calibri</vt:lpstr>
      <vt:lpstr>Meta Offc Pro Normal</vt:lpstr>
      <vt:lpstr>MetaKorrespondenz</vt:lpstr>
      <vt:lpstr>Symbol</vt:lpstr>
      <vt:lpstr>Times New Roman</vt:lpstr>
      <vt:lpstr>Wingdings</vt:lpstr>
      <vt:lpstr>1_Тема1</vt:lpstr>
      <vt:lpstr>Тема1</vt:lpstr>
      <vt:lpstr>2_Тема1</vt:lpstr>
      <vt:lpstr>PDF</vt:lpstr>
      <vt:lpstr>Foxit PDF Document</vt:lpstr>
      <vt:lpstr>PowerPoint Presentation</vt:lpstr>
      <vt:lpstr>Working Principle – Digital Switch</vt:lpstr>
      <vt:lpstr>Working Principle – Distance IR Sensor  </vt:lpstr>
      <vt:lpstr>IR Sensor Calibration Graph:</vt:lpstr>
      <vt:lpstr>Working Principle – Target Detection IR Sensor     Observation: The transmitter is in range of the IR receiver, the SW reads the data transmitted in bursts of ‘0s’ and ‘1s’. When the transmitter is out of sight of the receiver, SW reads the values in bursts of ‘1s’.  Implementation: Create an array of size 10 for each of the IR sensors. If the array is all 1’s,  target is out of sight.  When the receiver is in range,  bursts of 0s and 1s are received and stored in respective arrays. How the collected data is used, is described in the below slides.  </vt:lpstr>
      <vt:lpstr>UML Modelling Diagrams</vt:lpstr>
      <vt:lpstr>Algorithm for Target Detection</vt:lpstr>
      <vt:lpstr>Thank You !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Ananya Frederick</dc:creator>
  <cp:lastModifiedBy>Ananya Frederick</cp:lastModifiedBy>
  <cp:revision>24</cp:revision>
  <dcterms:created xsi:type="dcterms:W3CDTF">2019-11-23T17:41:19Z</dcterms:created>
  <dcterms:modified xsi:type="dcterms:W3CDTF">2019-11-28T20:04:36Z</dcterms:modified>
</cp:coreProperties>
</file>